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4"/>
  </p:notesMasterIdLst>
  <p:sldIdLst>
    <p:sldId id="256" r:id="rId2"/>
    <p:sldId id="260" r:id="rId3"/>
    <p:sldId id="259" r:id="rId4"/>
    <p:sldId id="258" r:id="rId5"/>
    <p:sldId id="257" r:id="rId6"/>
    <p:sldId id="261" r:id="rId7"/>
    <p:sldId id="270" r:id="rId8"/>
    <p:sldId id="262" r:id="rId9"/>
    <p:sldId id="267" r:id="rId10"/>
    <p:sldId id="268" r:id="rId11"/>
    <p:sldId id="269" r:id="rId12"/>
    <p:sldId id="271" r:id="rId13"/>
  </p:sldIdLst>
  <p:sldSz cx="9144000" cy="5143500" type="screen16x9"/>
  <p:notesSz cx="6858000" cy="9144000"/>
  <p:embeddedFontLst>
    <p:embeddedFont>
      <p:font typeface="Anton" panose="020B0604020202020204" charset="0"/>
      <p:regular r:id="rId15"/>
    </p:embeddedFont>
    <p:embeddedFont>
      <p:font typeface="DM Sans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9CD405A-4261-418F-9AFF-AA26D7B4FC55}">
  <a:tblStyle styleId="{29CD405A-4261-418F-9AFF-AA26D7B4FC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9DAB2-756A-48A3-90A1-656E27B81A3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3c2bc466c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3c2bc466c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253f5b3cdb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253f5b3cdb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ff9d96801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ff9d96801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253f5b3cdb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253f5b3cdb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253f5b3cdb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2253f5b3cdb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253f5b3cdb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2253f5b3cdb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253f5b3cdb_0_3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2253f5b3cdb_0_3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>
            <a:spLocks noGrp="1"/>
          </p:cNvSpPr>
          <p:nvPr>
            <p:ph type="pic" idx="2"/>
          </p:nvPr>
        </p:nvSpPr>
        <p:spPr>
          <a:xfrm>
            <a:off x="6144768" y="0"/>
            <a:ext cx="3894900" cy="5143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325" y="1214575"/>
            <a:ext cx="4839300" cy="2315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Loved by the King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563225"/>
            <a:ext cx="4083300" cy="365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 flipH="1">
            <a:off x="-183650" y="-217312"/>
            <a:ext cx="2171201" cy="1153998"/>
          </a:xfrm>
          <a:custGeom>
            <a:avLst/>
            <a:gdLst/>
            <a:ahLst/>
            <a:cxnLst/>
            <a:rect l="l" t="t" r="r" b="b"/>
            <a:pathLst>
              <a:path w="40997" h="21790" extrusionOk="0">
                <a:moveTo>
                  <a:pt x="851" y="1"/>
                </a:moveTo>
                <a:lnTo>
                  <a:pt x="532" y="799"/>
                </a:lnTo>
                <a:lnTo>
                  <a:pt x="293" y="1597"/>
                </a:lnTo>
                <a:lnTo>
                  <a:pt x="213" y="1970"/>
                </a:lnTo>
                <a:lnTo>
                  <a:pt x="106" y="2369"/>
                </a:lnTo>
                <a:lnTo>
                  <a:pt x="53" y="2768"/>
                </a:lnTo>
                <a:lnTo>
                  <a:pt x="27" y="3167"/>
                </a:lnTo>
                <a:lnTo>
                  <a:pt x="0" y="3566"/>
                </a:lnTo>
                <a:lnTo>
                  <a:pt x="0" y="3938"/>
                </a:lnTo>
                <a:lnTo>
                  <a:pt x="27" y="4337"/>
                </a:lnTo>
                <a:lnTo>
                  <a:pt x="80" y="4710"/>
                </a:lnTo>
                <a:lnTo>
                  <a:pt x="160" y="5109"/>
                </a:lnTo>
                <a:lnTo>
                  <a:pt x="266" y="5481"/>
                </a:lnTo>
                <a:lnTo>
                  <a:pt x="399" y="5854"/>
                </a:lnTo>
                <a:lnTo>
                  <a:pt x="585" y="6200"/>
                </a:lnTo>
                <a:lnTo>
                  <a:pt x="851" y="6652"/>
                </a:lnTo>
                <a:lnTo>
                  <a:pt x="1144" y="7051"/>
                </a:lnTo>
                <a:lnTo>
                  <a:pt x="1463" y="7423"/>
                </a:lnTo>
                <a:lnTo>
                  <a:pt x="1836" y="7743"/>
                </a:lnTo>
                <a:lnTo>
                  <a:pt x="2235" y="8062"/>
                </a:lnTo>
                <a:lnTo>
                  <a:pt x="2660" y="8328"/>
                </a:lnTo>
                <a:lnTo>
                  <a:pt x="3113" y="8567"/>
                </a:lnTo>
                <a:lnTo>
                  <a:pt x="3565" y="8780"/>
                </a:lnTo>
                <a:lnTo>
                  <a:pt x="4044" y="8940"/>
                </a:lnTo>
                <a:lnTo>
                  <a:pt x="4549" y="9099"/>
                </a:lnTo>
                <a:lnTo>
                  <a:pt x="5055" y="9206"/>
                </a:lnTo>
                <a:lnTo>
                  <a:pt x="5587" y="9312"/>
                </a:lnTo>
                <a:lnTo>
                  <a:pt x="6092" y="9365"/>
                </a:lnTo>
                <a:lnTo>
                  <a:pt x="6624" y="9392"/>
                </a:lnTo>
                <a:lnTo>
                  <a:pt x="7662" y="9392"/>
                </a:lnTo>
                <a:lnTo>
                  <a:pt x="8167" y="9339"/>
                </a:lnTo>
                <a:lnTo>
                  <a:pt x="8673" y="9286"/>
                </a:lnTo>
                <a:lnTo>
                  <a:pt x="9684" y="9099"/>
                </a:lnTo>
                <a:lnTo>
                  <a:pt x="10695" y="8913"/>
                </a:lnTo>
                <a:lnTo>
                  <a:pt x="11679" y="8647"/>
                </a:lnTo>
                <a:lnTo>
                  <a:pt x="13701" y="8168"/>
                </a:lnTo>
                <a:lnTo>
                  <a:pt x="14685" y="7929"/>
                </a:lnTo>
                <a:lnTo>
                  <a:pt x="15696" y="7743"/>
                </a:lnTo>
                <a:lnTo>
                  <a:pt x="16202" y="7689"/>
                </a:lnTo>
                <a:lnTo>
                  <a:pt x="16734" y="7636"/>
                </a:lnTo>
                <a:lnTo>
                  <a:pt x="17266" y="7610"/>
                </a:lnTo>
                <a:lnTo>
                  <a:pt x="17771" y="7583"/>
                </a:lnTo>
                <a:lnTo>
                  <a:pt x="18303" y="7610"/>
                </a:lnTo>
                <a:lnTo>
                  <a:pt x="18809" y="7636"/>
                </a:lnTo>
                <a:lnTo>
                  <a:pt x="19341" y="7716"/>
                </a:lnTo>
                <a:lnTo>
                  <a:pt x="19846" y="7796"/>
                </a:lnTo>
                <a:lnTo>
                  <a:pt x="20352" y="7902"/>
                </a:lnTo>
                <a:lnTo>
                  <a:pt x="20831" y="8062"/>
                </a:lnTo>
                <a:lnTo>
                  <a:pt x="21310" y="8248"/>
                </a:lnTo>
                <a:lnTo>
                  <a:pt x="21762" y="8461"/>
                </a:lnTo>
                <a:lnTo>
                  <a:pt x="22187" y="8700"/>
                </a:lnTo>
                <a:lnTo>
                  <a:pt x="22613" y="8993"/>
                </a:lnTo>
                <a:lnTo>
                  <a:pt x="22986" y="9286"/>
                </a:lnTo>
                <a:lnTo>
                  <a:pt x="23358" y="9658"/>
                </a:lnTo>
                <a:lnTo>
                  <a:pt x="23651" y="10004"/>
                </a:lnTo>
                <a:lnTo>
                  <a:pt x="23917" y="10350"/>
                </a:lnTo>
                <a:lnTo>
                  <a:pt x="24156" y="10722"/>
                </a:lnTo>
                <a:lnTo>
                  <a:pt x="24369" y="11121"/>
                </a:lnTo>
                <a:lnTo>
                  <a:pt x="24555" y="11520"/>
                </a:lnTo>
                <a:lnTo>
                  <a:pt x="24715" y="11946"/>
                </a:lnTo>
                <a:lnTo>
                  <a:pt x="24874" y="12372"/>
                </a:lnTo>
                <a:lnTo>
                  <a:pt x="25007" y="12797"/>
                </a:lnTo>
                <a:lnTo>
                  <a:pt x="25247" y="13675"/>
                </a:lnTo>
                <a:lnTo>
                  <a:pt x="25433" y="14580"/>
                </a:lnTo>
                <a:lnTo>
                  <a:pt x="25646" y="15484"/>
                </a:lnTo>
                <a:lnTo>
                  <a:pt x="25859" y="16389"/>
                </a:lnTo>
                <a:lnTo>
                  <a:pt x="25965" y="16814"/>
                </a:lnTo>
                <a:lnTo>
                  <a:pt x="26098" y="17267"/>
                </a:lnTo>
                <a:lnTo>
                  <a:pt x="26258" y="17719"/>
                </a:lnTo>
                <a:lnTo>
                  <a:pt x="26417" y="18145"/>
                </a:lnTo>
                <a:lnTo>
                  <a:pt x="26630" y="18570"/>
                </a:lnTo>
                <a:lnTo>
                  <a:pt x="26843" y="18996"/>
                </a:lnTo>
                <a:lnTo>
                  <a:pt x="27056" y="19395"/>
                </a:lnTo>
                <a:lnTo>
                  <a:pt x="27322" y="19767"/>
                </a:lnTo>
                <a:lnTo>
                  <a:pt x="27588" y="20140"/>
                </a:lnTo>
                <a:lnTo>
                  <a:pt x="27881" y="20459"/>
                </a:lnTo>
                <a:lnTo>
                  <a:pt x="28200" y="20778"/>
                </a:lnTo>
                <a:lnTo>
                  <a:pt x="28546" y="21044"/>
                </a:lnTo>
                <a:lnTo>
                  <a:pt x="28918" y="21284"/>
                </a:lnTo>
                <a:lnTo>
                  <a:pt x="29291" y="21470"/>
                </a:lnTo>
                <a:lnTo>
                  <a:pt x="29716" y="21630"/>
                </a:lnTo>
                <a:lnTo>
                  <a:pt x="30142" y="21736"/>
                </a:lnTo>
                <a:lnTo>
                  <a:pt x="30514" y="21763"/>
                </a:lnTo>
                <a:lnTo>
                  <a:pt x="30887" y="21789"/>
                </a:lnTo>
                <a:lnTo>
                  <a:pt x="31259" y="21763"/>
                </a:lnTo>
                <a:lnTo>
                  <a:pt x="31632" y="21683"/>
                </a:lnTo>
                <a:lnTo>
                  <a:pt x="31978" y="21603"/>
                </a:lnTo>
                <a:lnTo>
                  <a:pt x="32350" y="21470"/>
                </a:lnTo>
                <a:lnTo>
                  <a:pt x="32696" y="21310"/>
                </a:lnTo>
                <a:lnTo>
                  <a:pt x="33042" y="21151"/>
                </a:lnTo>
                <a:lnTo>
                  <a:pt x="33361" y="20938"/>
                </a:lnTo>
                <a:lnTo>
                  <a:pt x="33680" y="20725"/>
                </a:lnTo>
                <a:lnTo>
                  <a:pt x="33999" y="20486"/>
                </a:lnTo>
                <a:lnTo>
                  <a:pt x="34292" y="20246"/>
                </a:lnTo>
                <a:lnTo>
                  <a:pt x="34585" y="19980"/>
                </a:lnTo>
                <a:lnTo>
                  <a:pt x="34851" y="19688"/>
                </a:lnTo>
                <a:lnTo>
                  <a:pt x="35117" y="19395"/>
                </a:lnTo>
                <a:lnTo>
                  <a:pt x="35356" y="19102"/>
                </a:lnTo>
                <a:lnTo>
                  <a:pt x="35809" y="18490"/>
                </a:lnTo>
                <a:lnTo>
                  <a:pt x="36261" y="17852"/>
                </a:lnTo>
                <a:lnTo>
                  <a:pt x="37112" y="16575"/>
                </a:lnTo>
                <a:lnTo>
                  <a:pt x="37538" y="15936"/>
                </a:lnTo>
                <a:lnTo>
                  <a:pt x="37990" y="15298"/>
                </a:lnTo>
                <a:lnTo>
                  <a:pt x="38469" y="14713"/>
                </a:lnTo>
                <a:lnTo>
                  <a:pt x="38708" y="14447"/>
                </a:lnTo>
                <a:lnTo>
                  <a:pt x="38974" y="14154"/>
                </a:lnTo>
                <a:lnTo>
                  <a:pt x="39427" y="13782"/>
                </a:lnTo>
                <a:lnTo>
                  <a:pt x="39906" y="13409"/>
                </a:lnTo>
                <a:lnTo>
                  <a:pt x="40438" y="13116"/>
                </a:lnTo>
                <a:lnTo>
                  <a:pt x="40996" y="12850"/>
                </a:lnTo>
                <a:lnTo>
                  <a:pt x="4099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10800000">
            <a:off x="-346197" y="4253414"/>
            <a:ext cx="3294097" cy="912268"/>
          </a:xfrm>
          <a:custGeom>
            <a:avLst/>
            <a:gdLst/>
            <a:ahLst/>
            <a:cxnLst/>
            <a:rect l="l" t="t" r="r" b="b"/>
            <a:pathLst>
              <a:path w="50148" h="13888" extrusionOk="0">
                <a:moveTo>
                  <a:pt x="0" y="0"/>
                </a:moveTo>
                <a:lnTo>
                  <a:pt x="53" y="426"/>
                </a:lnTo>
                <a:lnTo>
                  <a:pt x="133" y="825"/>
                </a:lnTo>
                <a:lnTo>
                  <a:pt x="319" y="1596"/>
                </a:lnTo>
                <a:lnTo>
                  <a:pt x="585" y="2368"/>
                </a:lnTo>
                <a:lnTo>
                  <a:pt x="905" y="3139"/>
                </a:lnTo>
                <a:lnTo>
                  <a:pt x="1277" y="3858"/>
                </a:lnTo>
                <a:lnTo>
                  <a:pt x="1703" y="4549"/>
                </a:lnTo>
                <a:lnTo>
                  <a:pt x="2155" y="5241"/>
                </a:lnTo>
                <a:lnTo>
                  <a:pt x="2687" y="5880"/>
                </a:lnTo>
                <a:lnTo>
                  <a:pt x="3246" y="6465"/>
                </a:lnTo>
                <a:lnTo>
                  <a:pt x="3831" y="7023"/>
                </a:lnTo>
                <a:lnTo>
                  <a:pt x="4470" y="7529"/>
                </a:lnTo>
                <a:lnTo>
                  <a:pt x="5135" y="7981"/>
                </a:lnTo>
                <a:lnTo>
                  <a:pt x="5480" y="8194"/>
                </a:lnTo>
                <a:lnTo>
                  <a:pt x="5853" y="8380"/>
                </a:lnTo>
                <a:lnTo>
                  <a:pt x="6225" y="8566"/>
                </a:lnTo>
                <a:lnTo>
                  <a:pt x="6598" y="8726"/>
                </a:lnTo>
                <a:lnTo>
                  <a:pt x="6970" y="8886"/>
                </a:lnTo>
                <a:lnTo>
                  <a:pt x="7343" y="9019"/>
                </a:lnTo>
                <a:lnTo>
                  <a:pt x="7742" y="9125"/>
                </a:lnTo>
                <a:lnTo>
                  <a:pt x="8141" y="9232"/>
                </a:lnTo>
                <a:lnTo>
                  <a:pt x="8699" y="9365"/>
                </a:lnTo>
                <a:lnTo>
                  <a:pt x="9285" y="9444"/>
                </a:lnTo>
                <a:lnTo>
                  <a:pt x="9843" y="9498"/>
                </a:lnTo>
                <a:lnTo>
                  <a:pt x="10402" y="9524"/>
                </a:lnTo>
                <a:lnTo>
                  <a:pt x="11546" y="9524"/>
                </a:lnTo>
                <a:lnTo>
                  <a:pt x="12131" y="9498"/>
                </a:lnTo>
                <a:lnTo>
                  <a:pt x="12717" y="9444"/>
                </a:lnTo>
                <a:lnTo>
                  <a:pt x="13861" y="9285"/>
                </a:lnTo>
                <a:lnTo>
                  <a:pt x="15005" y="9099"/>
                </a:lnTo>
                <a:lnTo>
                  <a:pt x="16175" y="8859"/>
                </a:lnTo>
                <a:lnTo>
                  <a:pt x="17319" y="8593"/>
                </a:lnTo>
                <a:lnTo>
                  <a:pt x="18463" y="8354"/>
                </a:lnTo>
                <a:lnTo>
                  <a:pt x="19634" y="8114"/>
                </a:lnTo>
                <a:lnTo>
                  <a:pt x="20778" y="7875"/>
                </a:lnTo>
                <a:lnTo>
                  <a:pt x="21948" y="7715"/>
                </a:lnTo>
                <a:lnTo>
                  <a:pt x="22533" y="7662"/>
                </a:lnTo>
                <a:lnTo>
                  <a:pt x="23092" y="7609"/>
                </a:lnTo>
                <a:lnTo>
                  <a:pt x="23677" y="7582"/>
                </a:lnTo>
                <a:lnTo>
                  <a:pt x="24236" y="7556"/>
                </a:lnTo>
                <a:lnTo>
                  <a:pt x="24821" y="7582"/>
                </a:lnTo>
                <a:lnTo>
                  <a:pt x="25407" y="7609"/>
                </a:lnTo>
                <a:lnTo>
                  <a:pt x="25965" y="7662"/>
                </a:lnTo>
                <a:lnTo>
                  <a:pt x="26551" y="7768"/>
                </a:lnTo>
                <a:lnTo>
                  <a:pt x="27242" y="7901"/>
                </a:lnTo>
                <a:lnTo>
                  <a:pt x="27907" y="8088"/>
                </a:lnTo>
                <a:lnTo>
                  <a:pt x="28572" y="8327"/>
                </a:lnTo>
                <a:lnTo>
                  <a:pt x="29238" y="8566"/>
                </a:lnTo>
                <a:lnTo>
                  <a:pt x="29876" y="8859"/>
                </a:lnTo>
                <a:lnTo>
                  <a:pt x="30515" y="9152"/>
                </a:lnTo>
                <a:lnTo>
                  <a:pt x="31153" y="9471"/>
                </a:lnTo>
                <a:lnTo>
                  <a:pt x="31791" y="9817"/>
                </a:lnTo>
                <a:lnTo>
                  <a:pt x="33042" y="10509"/>
                </a:lnTo>
                <a:lnTo>
                  <a:pt x="34292" y="11227"/>
                </a:lnTo>
                <a:lnTo>
                  <a:pt x="35543" y="11919"/>
                </a:lnTo>
                <a:lnTo>
                  <a:pt x="36154" y="12238"/>
                </a:lnTo>
                <a:lnTo>
                  <a:pt x="36820" y="12557"/>
                </a:lnTo>
                <a:lnTo>
                  <a:pt x="37458" y="12850"/>
                </a:lnTo>
                <a:lnTo>
                  <a:pt x="38150" y="13116"/>
                </a:lnTo>
                <a:lnTo>
                  <a:pt x="38841" y="13329"/>
                </a:lnTo>
                <a:lnTo>
                  <a:pt x="39560" y="13541"/>
                </a:lnTo>
                <a:lnTo>
                  <a:pt x="40251" y="13674"/>
                </a:lnTo>
                <a:lnTo>
                  <a:pt x="40996" y="13807"/>
                </a:lnTo>
                <a:lnTo>
                  <a:pt x="41715" y="13861"/>
                </a:lnTo>
                <a:lnTo>
                  <a:pt x="42433" y="13887"/>
                </a:lnTo>
                <a:lnTo>
                  <a:pt x="43125" y="13861"/>
                </a:lnTo>
                <a:lnTo>
                  <a:pt x="43816" y="13781"/>
                </a:lnTo>
                <a:lnTo>
                  <a:pt x="44508" y="13621"/>
                </a:lnTo>
                <a:lnTo>
                  <a:pt x="44827" y="13541"/>
                </a:lnTo>
                <a:lnTo>
                  <a:pt x="45147" y="13435"/>
                </a:lnTo>
                <a:lnTo>
                  <a:pt x="45466" y="13302"/>
                </a:lnTo>
                <a:lnTo>
                  <a:pt x="45758" y="13169"/>
                </a:lnTo>
                <a:lnTo>
                  <a:pt x="46078" y="13009"/>
                </a:lnTo>
                <a:lnTo>
                  <a:pt x="46344" y="12823"/>
                </a:lnTo>
                <a:lnTo>
                  <a:pt x="46636" y="12637"/>
                </a:lnTo>
                <a:lnTo>
                  <a:pt x="46902" y="12424"/>
                </a:lnTo>
                <a:lnTo>
                  <a:pt x="47168" y="12185"/>
                </a:lnTo>
                <a:lnTo>
                  <a:pt x="47408" y="11945"/>
                </a:lnTo>
                <a:lnTo>
                  <a:pt x="47780" y="11519"/>
                </a:lnTo>
                <a:lnTo>
                  <a:pt x="48073" y="11094"/>
                </a:lnTo>
                <a:lnTo>
                  <a:pt x="48366" y="10615"/>
                </a:lnTo>
                <a:lnTo>
                  <a:pt x="48578" y="10136"/>
                </a:lnTo>
                <a:lnTo>
                  <a:pt x="48791" y="9657"/>
                </a:lnTo>
                <a:lnTo>
                  <a:pt x="48951" y="9125"/>
                </a:lnTo>
                <a:lnTo>
                  <a:pt x="49110" y="8620"/>
                </a:lnTo>
                <a:lnTo>
                  <a:pt x="49217" y="8061"/>
                </a:lnTo>
                <a:lnTo>
                  <a:pt x="49323" y="7529"/>
                </a:lnTo>
                <a:lnTo>
                  <a:pt x="49377" y="6970"/>
                </a:lnTo>
                <a:lnTo>
                  <a:pt x="49510" y="5853"/>
                </a:lnTo>
                <a:lnTo>
                  <a:pt x="49563" y="4736"/>
                </a:lnTo>
                <a:lnTo>
                  <a:pt x="49616" y="3618"/>
                </a:lnTo>
                <a:lnTo>
                  <a:pt x="49696" y="2714"/>
                </a:lnTo>
                <a:lnTo>
                  <a:pt x="49802" y="1809"/>
                </a:lnTo>
                <a:lnTo>
                  <a:pt x="49935" y="905"/>
                </a:lnTo>
                <a:lnTo>
                  <a:pt x="50042" y="452"/>
                </a:lnTo>
                <a:lnTo>
                  <a:pt x="501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10800000" flipH="1">
            <a:off x="7296501" y="-56495"/>
            <a:ext cx="2416656" cy="766395"/>
          </a:xfrm>
          <a:custGeom>
            <a:avLst/>
            <a:gdLst/>
            <a:ahLst/>
            <a:cxnLst/>
            <a:rect l="l" t="t" r="r" b="b"/>
            <a:pathLst>
              <a:path w="55709" h="17666" extrusionOk="0">
                <a:moveTo>
                  <a:pt x="38576" y="0"/>
                </a:moveTo>
                <a:lnTo>
                  <a:pt x="37990" y="27"/>
                </a:lnTo>
                <a:lnTo>
                  <a:pt x="37432" y="80"/>
                </a:lnTo>
                <a:lnTo>
                  <a:pt x="36846" y="187"/>
                </a:lnTo>
                <a:lnTo>
                  <a:pt x="36288" y="320"/>
                </a:lnTo>
                <a:lnTo>
                  <a:pt x="35729" y="479"/>
                </a:lnTo>
                <a:lnTo>
                  <a:pt x="35170" y="665"/>
                </a:lnTo>
                <a:lnTo>
                  <a:pt x="34638" y="878"/>
                </a:lnTo>
                <a:lnTo>
                  <a:pt x="34106" y="1118"/>
                </a:lnTo>
                <a:lnTo>
                  <a:pt x="33574" y="1384"/>
                </a:lnTo>
                <a:lnTo>
                  <a:pt x="33042" y="1676"/>
                </a:lnTo>
                <a:lnTo>
                  <a:pt x="32563" y="1996"/>
                </a:lnTo>
                <a:lnTo>
                  <a:pt x="32058" y="2315"/>
                </a:lnTo>
                <a:lnTo>
                  <a:pt x="31606" y="2661"/>
                </a:lnTo>
                <a:lnTo>
                  <a:pt x="31127" y="3007"/>
                </a:lnTo>
                <a:lnTo>
                  <a:pt x="30249" y="3751"/>
                </a:lnTo>
                <a:lnTo>
                  <a:pt x="29397" y="4523"/>
                </a:lnTo>
                <a:lnTo>
                  <a:pt x="28546" y="5348"/>
                </a:lnTo>
                <a:lnTo>
                  <a:pt x="26923" y="7024"/>
                </a:lnTo>
                <a:lnTo>
                  <a:pt x="26125" y="7848"/>
                </a:lnTo>
                <a:lnTo>
                  <a:pt x="25300" y="8673"/>
                </a:lnTo>
                <a:lnTo>
                  <a:pt x="24449" y="9498"/>
                </a:lnTo>
                <a:lnTo>
                  <a:pt x="23571" y="10269"/>
                </a:lnTo>
                <a:lnTo>
                  <a:pt x="22667" y="11014"/>
                </a:lnTo>
                <a:lnTo>
                  <a:pt x="22188" y="11360"/>
                </a:lnTo>
                <a:lnTo>
                  <a:pt x="21709" y="11679"/>
                </a:lnTo>
                <a:lnTo>
                  <a:pt x="21230" y="11999"/>
                </a:lnTo>
                <a:lnTo>
                  <a:pt x="20725" y="12291"/>
                </a:lnTo>
                <a:lnTo>
                  <a:pt x="20219" y="12584"/>
                </a:lnTo>
                <a:lnTo>
                  <a:pt x="19714" y="12823"/>
                </a:lnTo>
                <a:lnTo>
                  <a:pt x="19182" y="13063"/>
                </a:lnTo>
                <a:lnTo>
                  <a:pt x="18650" y="13276"/>
                </a:lnTo>
                <a:lnTo>
                  <a:pt x="18091" y="13435"/>
                </a:lnTo>
                <a:lnTo>
                  <a:pt x="17532" y="13595"/>
                </a:lnTo>
                <a:lnTo>
                  <a:pt x="17107" y="13675"/>
                </a:lnTo>
                <a:lnTo>
                  <a:pt x="16681" y="13754"/>
                </a:lnTo>
                <a:lnTo>
                  <a:pt x="15830" y="13834"/>
                </a:lnTo>
                <a:lnTo>
                  <a:pt x="14952" y="13887"/>
                </a:lnTo>
                <a:lnTo>
                  <a:pt x="14074" y="13887"/>
                </a:lnTo>
                <a:lnTo>
                  <a:pt x="13222" y="13861"/>
                </a:lnTo>
                <a:lnTo>
                  <a:pt x="12344" y="13808"/>
                </a:lnTo>
                <a:lnTo>
                  <a:pt x="10615" y="13675"/>
                </a:lnTo>
                <a:lnTo>
                  <a:pt x="9737" y="13595"/>
                </a:lnTo>
                <a:lnTo>
                  <a:pt x="8859" y="13568"/>
                </a:lnTo>
                <a:lnTo>
                  <a:pt x="7981" y="13542"/>
                </a:lnTo>
                <a:lnTo>
                  <a:pt x="7104" y="13568"/>
                </a:lnTo>
                <a:lnTo>
                  <a:pt x="6252" y="13621"/>
                </a:lnTo>
                <a:lnTo>
                  <a:pt x="5827" y="13675"/>
                </a:lnTo>
                <a:lnTo>
                  <a:pt x="5401" y="13754"/>
                </a:lnTo>
                <a:lnTo>
                  <a:pt x="4975" y="13834"/>
                </a:lnTo>
                <a:lnTo>
                  <a:pt x="4550" y="13941"/>
                </a:lnTo>
                <a:lnTo>
                  <a:pt x="4151" y="14074"/>
                </a:lnTo>
                <a:lnTo>
                  <a:pt x="3725" y="14207"/>
                </a:lnTo>
                <a:lnTo>
                  <a:pt x="3140" y="14473"/>
                </a:lnTo>
                <a:lnTo>
                  <a:pt x="2554" y="14792"/>
                </a:lnTo>
                <a:lnTo>
                  <a:pt x="2022" y="15164"/>
                </a:lnTo>
                <a:lnTo>
                  <a:pt x="1490" y="15590"/>
                </a:lnTo>
                <a:lnTo>
                  <a:pt x="1251" y="15803"/>
                </a:lnTo>
                <a:lnTo>
                  <a:pt x="1038" y="16042"/>
                </a:lnTo>
                <a:lnTo>
                  <a:pt x="825" y="16308"/>
                </a:lnTo>
                <a:lnTo>
                  <a:pt x="639" y="16548"/>
                </a:lnTo>
                <a:lnTo>
                  <a:pt x="453" y="16814"/>
                </a:lnTo>
                <a:lnTo>
                  <a:pt x="293" y="17106"/>
                </a:lnTo>
                <a:lnTo>
                  <a:pt x="133" y="17373"/>
                </a:lnTo>
                <a:lnTo>
                  <a:pt x="0" y="17665"/>
                </a:lnTo>
                <a:lnTo>
                  <a:pt x="55708" y="17665"/>
                </a:lnTo>
                <a:lnTo>
                  <a:pt x="55070" y="17213"/>
                </a:lnTo>
                <a:lnTo>
                  <a:pt x="54458" y="16734"/>
                </a:lnTo>
                <a:lnTo>
                  <a:pt x="53873" y="16202"/>
                </a:lnTo>
                <a:lnTo>
                  <a:pt x="53288" y="15670"/>
                </a:lnTo>
                <a:lnTo>
                  <a:pt x="52755" y="15111"/>
                </a:lnTo>
                <a:lnTo>
                  <a:pt x="52223" y="14526"/>
                </a:lnTo>
                <a:lnTo>
                  <a:pt x="51745" y="13914"/>
                </a:lnTo>
                <a:lnTo>
                  <a:pt x="51292" y="13302"/>
                </a:lnTo>
                <a:lnTo>
                  <a:pt x="50680" y="12398"/>
                </a:lnTo>
                <a:lnTo>
                  <a:pt x="50148" y="11493"/>
                </a:lnTo>
                <a:lnTo>
                  <a:pt x="49616" y="10562"/>
                </a:lnTo>
                <a:lnTo>
                  <a:pt x="49137" y="9604"/>
                </a:lnTo>
                <a:lnTo>
                  <a:pt x="48153" y="7689"/>
                </a:lnTo>
                <a:lnTo>
                  <a:pt x="47648" y="6758"/>
                </a:lnTo>
                <a:lnTo>
                  <a:pt x="47115" y="5827"/>
                </a:lnTo>
                <a:lnTo>
                  <a:pt x="46530" y="4922"/>
                </a:lnTo>
                <a:lnTo>
                  <a:pt x="46211" y="4496"/>
                </a:lnTo>
                <a:lnTo>
                  <a:pt x="45892" y="4044"/>
                </a:lnTo>
                <a:lnTo>
                  <a:pt x="45546" y="3618"/>
                </a:lnTo>
                <a:lnTo>
                  <a:pt x="45200" y="3219"/>
                </a:lnTo>
                <a:lnTo>
                  <a:pt x="44828" y="2820"/>
                </a:lnTo>
                <a:lnTo>
                  <a:pt x="44455" y="2448"/>
                </a:lnTo>
                <a:lnTo>
                  <a:pt x="44056" y="2102"/>
                </a:lnTo>
                <a:lnTo>
                  <a:pt x="43630" y="1756"/>
                </a:lnTo>
                <a:lnTo>
                  <a:pt x="43205" y="1437"/>
                </a:lnTo>
                <a:lnTo>
                  <a:pt x="42779" y="1171"/>
                </a:lnTo>
                <a:lnTo>
                  <a:pt x="42300" y="905"/>
                </a:lnTo>
                <a:lnTo>
                  <a:pt x="41848" y="665"/>
                </a:lnTo>
                <a:lnTo>
                  <a:pt x="41342" y="479"/>
                </a:lnTo>
                <a:lnTo>
                  <a:pt x="40837" y="293"/>
                </a:lnTo>
                <a:lnTo>
                  <a:pt x="40278" y="160"/>
                </a:lnTo>
                <a:lnTo>
                  <a:pt x="39720" y="80"/>
                </a:lnTo>
                <a:lnTo>
                  <a:pt x="39134" y="27"/>
                </a:lnTo>
                <a:lnTo>
                  <a:pt x="38576" y="0"/>
                </a:lnTo>
                <a:close/>
              </a:path>
            </a:pathLst>
          </a:custGeom>
          <a:solidFill>
            <a:srgbClr val="6375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 flipH="1">
            <a:off x="5581251" y="4447030"/>
            <a:ext cx="2416656" cy="766395"/>
          </a:xfrm>
          <a:custGeom>
            <a:avLst/>
            <a:gdLst/>
            <a:ahLst/>
            <a:cxnLst/>
            <a:rect l="l" t="t" r="r" b="b"/>
            <a:pathLst>
              <a:path w="55709" h="17666" extrusionOk="0">
                <a:moveTo>
                  <a:pt x="38576" y="0"/>
                </a:moveTo>
                <a:lnTo>
                  <a:pt x="37990" y="27"/>
                </a:lnTo>
                <a:lnTo>
                  <a:pt x="37432" y="80"/>
                </a:lnTo>
                <a:lnTo>
                  <a:pt x="36846" y="187"/>
                </a:lnTo>
                <a:lnTo>
                  <a:pt x="36288" y="320"/>
                </a:lnTo>
                <a:lnTo>
                  <a:pt x="35729" y="479"/>
                </a:lnTo>
                <a:lnTo>
                  <a:pt x="35170" y="665"/>
                </a:lnTo>
                <a:lnTo>
                  <a:pt x="34638" y="878"/>
                </a:lnTo>
                <a:lnTo>
                  <a:pt x="34106" y="1118"/>
                </a:lnTo>
                <a:lnTo>
                  <a:pt x="33574" y="1384"/>
                </a:lnTo>
                <a:lnTo>
                  <a:pt x="33042" y="1676"/>
                </a:lnTo>
                <a:lnTo>
                  <a:pt x="32563" y="1996"/>
                </a:lnTo>
                <a:lnTo>
                  <a:pt x="32058" y="2315"/>
                </a:lnTo>
                <a:lnTo>
                  <a:pt x="31606" y="2661"/>
                </a:lnTo>
                <a:lnTo>
                  <a:pt x="31127" y="3007"/>
                </a:lnTo>
                <a:lnTo>
                  <a:pt x="30249" y="3751"/>
                </a:lnTo>
                <a:lnTo>
                  <a:pt x="29397" y="4523"/>
                </a:lnTo>
                <a:lnTo>
                  <a:pt x="28546" y="5348"/>
                </a:lnTo>
                <a:lnTo>
                  <a:pt x="26923" y="7024"/>
                </a:lnTo>
                <a:lnTo>
                  <a:pt x="26125" y="7848"/>
                </a:lnTo>
                <a:lnTo>
                  <a:pt x="25300" y="8673"/>
                </a:lnTo>
                <a:lnTo>
                  <a:pt x="24449" y="9498"/>
                </a:lnTo>
                <a:lnTo>
                  <a:pt x="23571" y="10269"/>
                </a:lnTo>
                <a:lnTo>
                  <a:pt x="22667" y="11014"/>
                </a:lnTo>
                <a:lnTo>
                  <a:pt x="22188" y="11360"/>
                </a:lnTo>
                <a:lnTo>
                  <a:pt x="21709" y="11679"/>
                </a:lnTo>
                <a:lnTo>
                  <a:pt x="21230" y="11999"/>
                </a:lnTo>
                <a:lnTo>
                  <a:pt x="20725" y="12291"/>
                </a:lnTo>
                <a:lnTo>
                  <a:pt x="20219" y="12584"/>
                </a:lnTo>
                <a:lnTo>
                  <a:pt x="19714" y="12823"/>
                </a:lnTo>
                <a:lnTo>
                  <a:pt x="19182" y="13063"/>
                </a:lnTo>
                <a:lnTo>
                  <a:pt x="18650" y="13276"/>
                </a:lnTo>
                <a:lnTo>
                  <a:pt x="18091" y="13435"/>
                </a:lnTo>
                <a:lnTo>
                  <a:pt x="17532" y="13595"/>
                </a:lnTo>
                <a:lnTo>
                  <a:pt x="17107" y="13675"/>
                </a:lnTo>
                <a:lnTo>
                  <a:pt x="16681" y="13754"/>
                </a:lnTo>
                <a:lnTo>
                  <a:pt x="15830" y="13834"/>
                </a:lnTo>
                <a:lnTo>
                  <a:pt x="14952" y="13887"/>
                </a:lnTo>
                <a:lnTo>
                  <a:pt x="14074" y="13887"/>
                </a:lnTo>
                <a:lnTo>
                  <a:pt x="13222" y="13861"/>
                </a:lnTo>
                <a:lnTo>
                  <a:pt x="12344" y="13808"/>
                </a:lnTo>
                <a:lnTo>
                  <a:pt x="10615" y="13675"/>
                </a:lnTo>
                <a:lnTo>
                  <a:pt x="9737" y="13595"/>
                </a:lnTo>
                <a:lnTo>
                  <a:pt x="8859" y="13568"/>
                </a:lnTo>
                <a:lnTo>
                  <a:pt x="7981" y="13542"/>
                </a:lnTo>
                <a:lnTo>
                  <a:pt x="7104" y="13568"/>
                </a:lnTo>
                <a:lnTo>
                  <a:pt x="6252" y="13621"/>
                </a:lnTo>
                <a:lnTo>
                  <a:pt x="5827" y="13675"/>
                </a:lnTo>
                <a:lnTo>
                  <a:pt x="5401" y="13754"/>
                </a:lnTo>
                <a:lnTo>
                  <a:pt x="4975" y="13834"/>
                </a:lnTo>
                <a:lnTo>
                  <a:pt x="4550" y="13941"/>
                </a:lnTo>
                <a:lnTo>
                  <a:pt x="4151" y="14074"/>
                </a:lnTo>
                <a:lnTo>
                  <a:pt x="3725" y="14207"/>
                </a:lnTo>
                <a:lnTo>
                  <a:pt x="3140" y="14473"/>
                </a:lnTo>
                <a:lnTo>
                  <a:pt x="2554" y="14792"/>
                </a:lnTo>
                <a:lnTo>
                  <a:pt x="2022" y="15164"/>
                </a:lnTo>
                <a:lnTo>
                  <a:pt x="1490" y="15590"/>
                </a:lnTo>
                <a:lnTo>
                  <a:pt x="1251" y="15803"/>
                </a:lnTo>
                <a:lnTo>
                  <a:pt x="1038" y="16042"/>
                </a:lnTo>
                <a:lnTo>
                  <a:pt x="825" y="16308"/>
                </a:lnTo>
                <a:lnTo>
                  <a:pt x="639" y="16548"/>
                </a:lnTo>
                <a:lnTo>
                  <a:pt x="453" y="16814"/>
                </a:lnTo>
                <a:lnTo>
                  <a:pt x="293" y="17106"/>
                </a:lnTo>
                <a:lnTo>
                  <a:pt x="133" y="17373"/>
                </a:lnTo>
                <a:lnTo>
                  <a:pt x="0" y="17665"/>
                </a:lnTo>
                <a:lnTo>
                  <a:pt x="55708" y="17665"/>
                </a:lnTo>
                <a:lnTo>
                  <a:pt x="55070" y="17213"/>
                </a:lnTo>
                <a:lnTo>
                  <a:pt x="54458" y="16734"/>
                </a:lnTo>
                <a:lnTo>
                  <a:pt x="53873" y="16202"/>
                </a:lnTo>
                <a:lnTo>
                  <a:pt x="53288" y="15670"/>
                </a:lnTo>
                <a:lnTo>
                  <a:pt x="52755" y="15111"/>
                </a:lnTo>
                <a:lnTo>
                  <a:pt x="52223" y="14526"/>
                </a:lnTo>
                <a:lnTo>
                  <a:pt x="51745" y="13914"/>
                </a:lnTo>
                <a:lnTo>
                  <a:pt x="51292" y="13302"/>
                </a:lnTo>
                <a:lnTo>
                  <a:pt x="50680" y="12398"/>
                </a:lnTo>
                <a:lnTo>
                  <a:pt x="50148" y="11493"/>
                </a:lnTo>
                <a:lnTo>
                  <a:pt x="49616" y="10562"/>
                </a:lnTo>
                <a:lnTo>
                  <a:pt x="49137" y="9604"/>
                </a:lnTo>
                <a:lnTo>
                  <a:pt x="48153" y="7689"/>
                </a:lnTo>
                <a:lnTo>
                  <a:pt x="47648" y="6758"/>
                </a:lnTo>
                <a:lnTo>
                  <a:pt x="47115" y="5827"/>
                </a:lnTo>
                <a:lnTo>
                  <a:pt x="46530" y="4922"/>
                </a:lnTo>
                <a:lnTo>
                  <a:pt x="46211" y="4496"/>
                </a:lnTo>
                <a:lnTo>
                  <a:pt x="45892" y="4044"/>
                </a:lnTo>
                <a:lnTo>
                  <a:pt x="45546" y="3618"/>
                </a:lnTo>
                <a:lnTo>
                  <a:pt x="45200" y="3219"/>
                </a:lnTo>
                <a:lnTo>
                  <a:pt x="44828" y="2820"/>
                </a:lnTo>
                <a:lnTo>
                  <a:pt x="44455" y="2448"/>
                </a:lnTo>
                <a:lnTo>
                  <a:pt x="44056" y="2102"/>
                </a:lnTo>
                <a:lnTo>
                  <a:pt x="43630" y="1756"/>
                </a:lnTo>
                <a:lnTo>
                  <a:pt x="43205" y="1437"/>
                </a:lnTo>
                <a:lnTo>
                  <a:pt x="42779" y="1171"/>
                </a:lnTo>
                <a:lnTo>
                  <a:pt x="42300" y="905"/>
                </a:lnTo>
                <a:lnTo>
                  <a:pt x="41848" y="665"/>
                </a:lnTo>
                <a:lnTo>
                  <a:pt x="41342" y="479"/>
                </a:lnTo>
                <a:lnTo>
                  <a:pt x="40837" y="293"/>
                </a:lnTo>
                <a:lnTo>
                  <a:pt x="40278" y="160"/>
                </a:lnTo>
                <a:lnTo>
                  <a:pt x="39720" y="80"/>
                </a:lnTo>
                <a:lnTo>
                  <a:pt x="39134" y="27"/>
                </a:lnTo>
                <a:lnTo>
                  <a:pt x="385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 flipH="1">
            <a:off x="507600" y="2554250"/>
            <a:ext cx="48264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2340137" y="1308696"/>
            <a:ext cx="1161300" cy="11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 flipH="1">
            <a:off x="714887" y="3469104"/>
            <a:ext cx="4411800" cy="365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>
            <a:spLocks noGrp="1"/>
          </p:cNvSpPr>
          <p:nvPr>
            <p:ph type="pic" idx="3"/>
          </p:nvPr>
        </p:nvSpPr>
        <p:spPr>
          <a:xfrm>
            <a:off x="5436600" y="0"/>
            <a:ext cx="3707400" cy="5143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1" name="Google Shape;21;p3"/>
          <p:cNvSpPr/>
          <p:nvPr/>
        </p:nvSpPr>
        <p:spPr>
          <a:xfrm rot="10800000" flipH="1">
            <a:off x="-635690" y="4604226"/>
            <a:ext cx="3294097" cy="912268"/>
          </a:xfrm>
          <a:custGeom>
            <a:avLst/>
            <a:gdLst/>
            <a:ahLst/>
            <a:cxnLst/>
            <a:rect l="l" t="t" r="r" b="b"/>
            <a:pathLst>
              <a:path w="50148" h="13888" extrusionOk="0">
                <a:moveTo>
                  <a:pt x="0" y="0"/>
                </a:moveTo>
                <a:lnTo>
                  <a:pt x="53" y="426"/>
                </a:lnTo>
                <a:lnTo>
                  <a:pt x="133" y="825"/>
                </a:lnTo>
                <a:lnTo>
                  <a:pt x="319" y="1596"/>
                </a:lnTo>
                <a:lnTo>
                  <a:pt x="585" y="2368"/>
                </a:lnTo>
                <a:lnTo>
                  <a:pt x="905" y="3139"/>
                </a:lnTo>
                <a:lnTo>
                  <a:pt x="1277" y="3858"/>
                </a:lnTo>
                <a:lnTo>
                  <a:pt x="1703" y="4549"/>
                </a:lnTo>
                <a:lnTo>
                  <a:pt x="2155" y="5241"/>
                </a:lnTo>
                <a:lnTo>
                  <a:pt x="2687" y="5880"/>
                </a:lnTo>
                <a:lnTo>
                  <a:pt x="3246" y="6465"/>
                </a:lnTo>
                <a:lnTo>
                  <a:pt x="3831" y="7023"/>
                </a:lnTo>
                <a:lnTo>
                  <a:pt x="4470" y="7529"/>
                </a:lnTo>
                <a:lnTo>
                  <a:pt x="5135" y="7981"/>
                </a:lnTo>
                <a:lnTo>
                  <a:pt x="5480" y="8194"/>
                </a:lnTo>
                <a:lnTo>
                  <a:pt x="5853" y="8380"/>
                </a:lnTo>
                <a:lnTo>
                  <a:pt x="6225" y="8566"/>
                </a:lnTo>
                <a:lnTo>
                  <a:pt x="6598" y="8726"/>
                </a:lnTo>
                <a:lnTo>
                  <a:pt x="6970" y="8886"/>
                </a:lnTo>
                <a:lnTo>
                  <a:pt x="7343" y="9019"/>
                </a:lnTo>
                <a:lnTo>
                  <a:pt x="7742" y="9125"/>
                </a:lnTo>
                <a:lnTo>
                  <a:pt x="8141" y="9232"/>
                </a:lnTo>
                <a:lnTo>
                  <a:pt x="8699" y="9365"/>
                </a:lnTo>
                <a:lnTo>
                  <a:pt x="9285" y="9444"/>
                </a:lnTo>
                <a:lnTo>
                  <a:pt x="9843" y="9498"/>
                </a:lnTo>
                <a:lnTo>
                  <a:pt x="10402" y="9524"/>
                </a:lnTo>
                <a:lnTo>
                  <a:pt x="11546" y="9524"/>
                </a:lnTo>
                <a:lnTo>
                  <a:pt x="12131" y="9498"/>
                </a:lnTo>
                <a:lnTo>
                  <a:pt x="12717" y="9444"/>
                </a:lnTo>
                <a:lnTo>
                  <a:pt x="13861" y="9285"/>
                </a:lnTo>
                <a:lnTo>
                  <a:pt x="15005" y="9099"/>
                </a:lnTo>
                <a:lnTo>
                  <a:pt x="16175" y="8859"/>
                </a:lnTo>
                <a:lnTo>
                  <a:pt x="17319" y="8593"/>
                </a:lnTo>
                <a:lnTo>
                  <a:pt x="18463" y="8354"/>
                </a:lnTo>
                <a:lnTo>
                  <a:pt x="19634" y="8114"/>
                </a:lnTo>
                <a:lnTo>
                  <a:pt x="20778" y="7875"/>
                </a:lnTo>
                <a:lnTo>
                  <a:pt x="21948" y="7715"/>
                </a:lnTo>
                <a:lnTo>
                  <a:pt x="22533" y="7662"/>
                </a:lnTo>
                <a:lnTo>
                  <a:pt x="23092" y="7609"/>
                </a:lnTo>
                <a:lnTo>
                  <a:pt x="23677" y="7582"/>
                </a:lnTo>
                <a:lnTo>
                  <a:pt x="24236" y="7556"/>
                </a:lnTo>
                <a:lnTo>
                  <a:pt x="24821" y="7582"/>
                </a:lnTo>
                <a:lnTo>
                  <a:pt x="25407" y="7609"/>
                </a:lnTo>
                <a:lnTo>
                  <a:pt x="25965" y="7662"/>
                </a:lnTo>
                <a:lnTo>
                  <a:pt x="26551" y="7768"/>
                </a:lnTo>
                <a:lnTo>
                  <a:pt x="27242" y="7901"/>
                </a:lnTo>
                <a:lnTo>
                  <a:pt x="27907" y="8088"/>
                </a:lnTo>
                <a:lnTo>
                  <a:pt x="28572" y="8327"/>
                </a:lnTo>
                <a:lnTo>
                  <a:pt x="29238" y="8566"/>
                </a:lnTo>
                <a:lnTo>
                  <a:pt x="29876" y="8859"/>
                </a:lnTo>
                <a:lnTo>
                  <a:pt x="30515" y="9152"/>
                </a:lnTo>
                <a:lnTo>
                  <a:pt x="31153" y="9471"/>
                </a:lnTo>
                <a:lnTo>
                  <a:pt x="31791" y="9817"/>
                </a:lnTo>
                <a:lnTo>
                  <a:pt x="33042" y="10509"/>
                </a:lnTo>
                <a:lnTo>
                  <a:pt x="34292" y="11227"/>
                </a:lnTo>
                <a:lnTo>
                  <a:pt x="35543" y="11919"/>
                </a:lnTo>
                <a:lnTo>
                  <a:pt x="36154" y="12238"/>
                </a:lnTo>
                <a:lnTo>
                  <a:pt x="36820" y="12557"/>
                </a:lnTo>
                <a:lnTo>
                  <a:pt x="37458" y="12850"/>
                </a:lnTo>
                <a:lnTo>
                  <a:pt x="38150" y="13116"/>
                </a:lnTo>
                <a:lnTo>
                  <a:pt x="38841" y="13329"/>
                </a:lnTo>
                <a:lnTo>
                  <a:pt x="39560" y="13541"/>
                </a:lnTo>
                <a:lnTo>
                  <a:pt x="40251" y="13674"/>
                </a:lnTo>
                <a:lnTo>
                  <a:pt x="40996" y="13807"/>
                </a:lnTo>
                <a:lnTo>
                  <a:pt x="41715" y="13861"/>
                </a:lnTo>
                <a:lnTo>
                  <a:pt x="42433" y="13887"/>
                </a:lnTo>
                <a:lnTo>
                  <a:pt x="43125" y="13861"/>
                </a:lnTo>
                <a:lnTo>
                  <a:pt x="43816" y="13781"/>
                </a:lnTo>
                <a:lnTo>
                  <a:pt x="44508" y="13621"/>
                </a:lnTo>
                <a:lnTo>
                  <a:pt x="44827" y="13541"/>
                </a:lnTo>
                <a:lnTo>
                  <a:pt x="45147" y="13435"/>
                </a:lnTo>
                <a:lnTo>
                  <a:pt x="45466" y="13302"/>
                </a:lnTo>
                <a:lnTo>
                  <a:pt x="45758" y="13169"/>
                </a:lnTo>
                <a:lnTo>
                  <a:pt x="46078" y="13009"/>
                </a:lnTo>
                <a:lnTo>
                  <a:pt x="46344" y="12823"/>
                </a:lnTo>
                <a:lnTo>
                  <a:pt x="46636" y="12637"/>
                </a:lnTo>
                <a:lnTo>
                  <a:pt x="46902" y="12424"/>
                </a:lnTo>
                <a:lnTo>
                  <a:pt x="47168" y="12185"/>
                </a:lnTo>
                <a:lnTo>
                  <a:pt x="47408" y="11945"/>
                </a:lnTo>
                <a:lnTo>
                  <a:pt x="47780" y="11519"/>
                </a:lnTo>
                <a:lnTo>
                  <a:pt x="48073" y="11094"/>
                </a:lnTo>
                <a:lnTo>
                  <a:pt x="48366" y="10615"/>
                </a:lnTo>
                <a:lnTo>
                  <a:pt x="48578" y="10136"/>
                </a:lnTo>
                <a:lnTo>
                  <a:pt x="48791" y="9657"/>
                </a:lnTo>
                <a:lnTo>
                  <a:pt x="48951" y="9125"/>
                </a:lnTo>
                <a:lnTo>
                  <a:pt x="49110" y="8620"/>
                </a:lnTo>
                <a:lnTo>
                  <a:pt x="49217" y="8061"/>
                </a:lnTo>
                <a:lnTo>
                  <a:pt x="49323" y="7529"/>
                </a:lnTo>
                <a:lnTo>
                  <a:pt x="49377" y="6970"/>
                </a:lnTo>
                <a:lnTo>
                  <a:pt x="49510" y="5853"/>
                </a:lnTo>
                <a:lnTo>
                  <a:pt x="49563" y="4736"/>
                </a:lnTo>
                <a:lnTo>
                  <a:pt x="49616" y="3618"/>
                </a:lnTo>
                <a:lnTo>
                  <a:pt x="49696" y="2714"/>
                </a:lnTo>
                <a:lnTo>
                  <a:pt x="49802" y="1809"/>
                </a:lnTo>
                <a:lnTo>
                  <a:pt x="49935" y="905"/>
                </a:lnTo>
                <a:lnTo>
                  <a:pt x="50042" y="452"/>
                </a:lnTo>
                <a:lnTo>
                  <a:pt x="501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 rot="10800000">
            <a:off x="-385047" y="-56495"/>
            <a:ext cx="2416656" cy="766395"/>
          </a:xfrm>
          <a:custGeom>
            <a:avLst/>
            <a:gdLst/>
            <a:ahLst/>
            <a:cxnLst/>
            <a:rect l="l" t="t" r="r" b="b"/>
            <a:pathLst>
              <a:path w="55709" h="17666" extrusionOk="0">
                <a:moveTo>
                  <a:pt x="38576" y="0"/>
                </a:moveTo>
                <a:lnTo>
                  <a:pt x="37990" y="27"/>
                </a:lnTo>
                <a:lnTo>
                  <a:pt x="37432" y="80"/>
                </a:lnTo>
                <a:lnTo>
                  <a:pt x="36846" y="187"/>
                </a:lnTo>
                <a:lnTo>
                  <a:pt x="36288" y="320"/>
                </a:lnTo>
                <a:lnTo>
                  <a:pt x="35729" y="479"/>
                </a:lnTo>
                <a:lnTo>
                  <a:pt x="35170" y="665"/>
                </a:lnTo>
                <a:lnTo>
                  <a:pt x="34638" y="878"/>
                </a:lnTo>
                <a:lnTo>
                  <a:pt x="34106" y="1118"/>
                </a:lnTo>
                <a:lnTo>
                  <a:pt x="33574" y="1384"/>
                </a:lnTo>
                <a:lnTo>
                  <a:pt x="33042" y="1676"/>
                </a:lnTo>
                <a:lnTo>
                  <a:pt x="32563" y="1996"/>
                </a:lnTo>
                <a:lnTo>
                  <a:pt x="32058" y="2315"/>
                </a:lnTo>
                <a:lnTo>
                  <a:pt x="31606" y="2661"/>
                </a:lnTo>
                <a:lnTo>
                  <a:pt x="31127" y="3007"/>
                </a:lnTo>
                <a:lnTo>
                  <a:pt x="30249" y="3751"/>
                </a:lnTo>
                <a:lnTo>
                  <a:pt x="29397" y="4523"/>
                </a:lnTo>
                <a:lnTo>
                  <a:pt x="28546" y="5348"/>
                </a:lnTo>
                <a:lnTo>
                  <a:pt x="26923" y="7024"/>
                </a:lnTo>
                <a:lnTo>
                  <a:pt x="26125" y="7848"/>
                </a:lnTo>
                <a:lnTo>
                  <a:pt x="25300" y="8673"/>
                </a:lnTo>
                <a:lnTo>
                  <a:pt x="24449" y="9498"/>
                </a:lnTo>
                <a:lnTo>
                  <a:pt x="23571" y="10269"/>
                </a:lnTo>
                <a:lnTo>
                  <a:pt x="22667" y="11014"/>
                </a:lnTo>
                <a:lnTo>
                  <a:pt x="22188" y="11360"/>
                </a:lnTo>
                <a:lnTo>
                  <a:pt x="21709" y="11679"/>
                </a:lnTo>
                <a:lnTo>
                  <a:pt x="21230" y="11999"/>
                </a:lnTo>
                <a:lnTo>
                  <a:pt x="20725" y="12291"/>
                </a:lnTo>
                <a:lnTo>
                  <a:pt x="20219" y="12584"/>
                </a:lnTo>
                <a:lnTo>
                  <a:pt x="19714" y="12823"/>
                </a:lnTo>
                <a:lnTo>
                  <a:pt x="19182" y="13063"/>
                </a:lnTo>
                <a:lnTo>
                  <a:pt x="18650" y="13276"/>
                </a:lnTo>
                <a:lnTo>
                  <a:pt x="18091" y="13435"/>
                </a:lnTo>
                <a:lnTo>
                  <a:pt x="17532" y="13595"/>
                </a:lnTo>
                <a:lnTo>
                  <a:pt x="17107" y="13675"/>
                </a:lnTo>
                <a:lnTo>
                  <a:pt x="16681" y="13754"/>
                </a:lnTo>
                <a:lnTo>
                  <a:pt x="15830" y="13834"/>
                </a:lnTo>
                <a:lnTo>
                  <a:pt x="14952" y="13887"/>
                </a:lnTo>
                <a:lnTo>
                  <a:pt x="14074" y="13887"/>
                </a:lnTo>
                <a:lnTo>
                  <a:pt x="13222" y="13861"/>
                </a:lnTo>
                <a:lnTo>
                  <a:pt x="12344" y="13808"/>
                </a:lnTo>
                <a:lnTo>
                  <a:pt x="10615" y="13675"/>
                </a:lnTo>
                <a:lnTo>
                  <a:pt x="9737" y="13595"/>
                </a:lnTo>
                <a:lnTo>
                  <a:pt x="8859" y="13568"/>
                </a:lnTo>
                <a:lnTo>
                  <a:pt x="7981" y="13542"/>
                </a:lnTo>
                <a:lnTo>
                  <a:pt x="7104" y="13568"/>
                </a:lnTo>
                <a:lnTo>
                  <a:pt x="6252" y="13621"/>
                </a:lnTo>
                <a:lnTo>
                  <a:pt x="5827" y="13675"/>
                </a:lnTo>
                <a:lnTo>
                  <a:pt x="5401" y="13754"/>
                </a:lnTo>
                <a:lnTo>
                  <a:pt x="4975" y="13834"/>
                </a:lnTo>
                <a:lnTo>
                  <a:pt x="4550" y="13941"/>
                </a:lnTo>
                <a:lnTo>
                  <a:pt x="4151" y="14074"/>
                </a:lnTo>
                <a:lnTo>
                  <a:pt x="3725" y="14207"/>
                </a:lnTo>
                <a:lnTo>
                  <a:pt x="3140" y="14473"/>
                </a:lnTo>
                <a:lnTo>
                  <a:pt x="2554" y="14792"/>
                </a:lnTo>
                <a:lnTo>
                  <a:pt x="2022" y="15164"/>
                </a:lnTo>
                <a:lnTo>
                  <a:pt x="1490" y="15590"/>
                </a:lnTo>
                <a:lnTo>
                  <a:pt x="1251" y="15803"/>
                </a:lnTo>
                <a:lnTo>
                  <a:pt x="1038" y="16042"/>
                </a:lnTo>
                <a:lnTo>
                  <a:pt x="825" y="16308"/>
                </a:lnTo>
                <a:lnTo>
                  <a:pt x="639" y="16548"/>
                </a:lnTo>
                <a:lnTo>
                  <a:pt x="453" y="16814"/>
                </a:lnTo>
                <a:lnTo>
                  <a:pt x="293" y="17106"/>
                </a:lnTo>
                <a:lnTo>
                  <a:pt x="133" y="17373"/>
                </a:lnTo>
                <a:lnTo>
                  <a:pt x="0" y="17665"/>
                </a:lnTo>
                <a:lnTo>
                  <a:pt x="55708" y="17665"/>
                </a:lnTo>
                <a:lnTo>
                  <a:pt x="55070" y="17213"/>
                </a:lnTo>
                <a:lnTo>
                  <a:pt x="54458" y="16734"/>
                </a:lnTo>
                <a:lnTo>
                  <a:pt x="53873" y="16202"/>
                </a:lnTo>
                <a:lnTo>
                  <a:pt x="53288" y="15670"/>
                </a:lnTo>
                <a:lnTo>
                  <a:pt x="52755" y="15111"/>
                </a:lnTo>
                <a:lnTo>
                  <a:pt x="52223" y="14526"/>
                </a:lnTo>
                <a:lnTo>
                  <a:pt x="51745" y="13914"/>
                </a:lnTo>
                <a:lnTo>
                  <a:pt x="51292" y="13302"/>
                </a:lnTo>
                <a:lnTo>
                  <a:pt x="50680" y="12398"/>
                </a:lnTo>
                <a:lnTo>
                  <a:pt x="50148" y="11493"/>
                </a:lnTo>
                <a:lnTo>
                  <a:pt x="49616" y="10562"/>
                </a:lnTo>
                <a:lnTo>
                  <a:pt x="49137" y="9604"/>
                </a:lnTo>
                <a:lnTo>
                  <a:pt x="48153" y="7689"/>
                </a:lnTo>
                <a:lnTo>
                  <a:pt x="47648" y="6758"/>
                </a:lnTo>
                <a:lnTo>
                  <a:pt x="47115" y="5827"/>
                </a:lnTo>
                <a:lnTo>
                  <a:pt x="46530" y="4922"/>
                </a:lnTo>
                <a:lnTo>
                  <a:pt x="46211" y="4496"/>
                </a:lnTo>
                <a:lnTo>
                  <a:pt x="45892" y="4044"/>
                </a:lnTo>
                <a:lnTo>
                  <a:pt x="45546" y="3618"/>
                </a:lnTo>
                <a:lnTo>
                  <a:pt x="45200" y="3219"/>
                </a:lnTo>
                <a:lnTo>
                  <a:pt x="44828" y="2820"/>
                </a:lnTo>
                <a:lnTo>
                  <a:pt x="44455" y="2448"/>
                </a:lnTo>
                <a:lnTo>
                  <a:pt x="44056" y="2102"/>
                </a:lnTo>
                <a:lnTo>
                  <a:pt x="43630" y="1756"/>
                </a:lnTo>
                <a:lnTo>
                  <a:pt x="43205" y="1437"/>
                </a:lnTo>
                <a:lnTo>
                  <a:pt x="42779" y="1171"/>
                </a:lnTo>
                <a:lnTo>
                  <a:pt x="42300" y="905"/>
                </a:lnTo>
                <a:lnTo>
                  <a:pt x="41848" y="665"/>
                </a:lnTo>
                <a:lnTo>
                  <a:pt x="41342" y="479"/>
                </a:lnTo>
                <a:lnTo>
                  <a:pt x="40837" y="293"/>
                </a:lnTo>
                <a:lnTo>
                  <a:pt x="40278" y="160"/>
                </a:lnTo>
                <a:lnTo>
                  <a:pt x="39720" y="80"/>
                </a:lnTo>
                <a:lnTo>
                  <a:pt x="39134" y="27"/>
                </a:lnTo>
                <a:lnTo>
                  <a:pt x="385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7184553" y="4401228"/>
            <a:ext cx="2416656" cy="766395"/>
          </a:xfrm>
          <a:custGeom>
            <a:avLst/>
            <a:gdLst/>
            <a:ahLst/>
            <a:cxnLst/>
            <a:rect l="l" t="t" r="r" b="b"/>
            <a:pathLst>
              <a:path w="55709" h="17666" extrusionOk="0">
                <a:moveTo>
                  <a:pt x="38576" y="0"/>
                </a:moveTo>
                <a:lnTo>
                  <a:pt x="37990" y="27"/>
                </a:lnTo>
                <a:lnTo>
                  <a:pt x="37432" y="80"/>
                </a:lnTo>
                <a:lnTo>
                  <a:pt x="36846" y="187"/>
                </a:lnTo>
                <a:lnTo>
                  <a:pt x="36288" y="320"/>
                </a:lnTo>
                <a:lnTo>
                  <a:pt x="35729" y="479"/>
                </a:lnTo>
                <a:lnTo>
                  <a:pt x="35170" y="665"/>
                </a:lnTo>
                <a:lnTo>
                  <a:pt x="34638" y="878"/>
                </a:lnTo>
                <a:lnTo>
                  <a:pt x="34106" y="1118"/>
                </a:lnTo>
                <a:lnTo>
                  <a:pt x="33574" y="1384"/>
                </a:lnTo>
                <a:lnTo>
                  <a:pt x="33042" y="1676"/>
                </a:lnTo>
                <a:lnTo>
                  <a:pt x="32563" y="1996"/>
                </a:lnTo>
                <a:lnTo>
                  <a:pt x="32058" y="2315"/>
                </a:lnTo>
                <a:lnTo>
                  <a:pt x="31606" y="2661"/>
                </a:lnTo>
                <a:lnTo>
                  <a:pt x="31127" y="3007"/>
                </a:lnTo>
                <a:lnTo>
                  <a:pt x="30249" y="3751"/>
                </a:lnTo>
                <a:lnTo>
                  <a:pt x="29397" y="4523"/>
                </a:lnTo>
                <a:lnTo>
                  <a:pt x="28546" y="5348"/>
                </a:lnTo>
                <a:lnTo>
                  <a:pt x="26923" y="7024"/>
                </a:lnTo>
                <a:lnTo>
                  <a:pt x="26125" y="7848"/>
                </a:lnTo>
                <a:lnTo>
                  <a:pt x="25300" y="8673"/>
                </a:lnTo>
                <a:lnTo>
                  <a:pt x="24449" y="9498"/>
                </a:lnTo>
                <a:lnTo>
                  <a:pt x="23571" y="10269"/>
                </a:lnTo>
                <a:lnTo>
                  <a:pt x="22667" y="11014"/>
                </a:lnTo>
                <a:lnTo>
                  <a:pt x="22188" y="11360"/>
                </a:lnTo>
                <a:lnTo>
                  <a:pt x="21709" y="11679"/>
                </a:lnTo>
                <a:lnTo>
                  <a:pt x="21230" y="11999"/>
                </a:lnTo>
                <a:lnTo>
                  <a:pt x="20725" y="12291"/>
                </a:lnTo>
                <a:lnTo>
                  <a:pt x="20219" y="12584"/>
                </a:lnTo>
                <a:lnTo>
                  <a:pt x="19714" y="12823"/>
                </a:lnTo>
                <a:lnTo>
                  <a:pt x="19182" y="13063"/>
                </a:lnTo>
                <a:lnTo>
                  <a:pt x="18650" y="13276"/>
                </a:lnTo>
                <a:lnTo>
                  <a:pt x="18091" y="13435"/>
                </a:lnTo>
                <a:lnTo>
                  <a:pt x="17532" y="13595"/>
                </a:lnTo>
                <a:lnTo>
                  <a:pt x="17107" y="13675"/>
                </a:lnTo>
                <a:lnTo>
                  <a:pt x="16681" y="13754"/>
                </a:lnTo>
                <a:lnTo>
                  <a:pt x="15830" y="13834"/>
                </a:lnTo>
                <a:lnTo>
                  <a:pt x="14952" y="13887"/>
                </a:lnTo>
                <a:lnTo>
                  <a:pt x="14074" y="13887"/>
                </a:lnTo>
                <a:lnTo>
                  <a:pt x="13222" y="13861"/>
                </a:lnTo>
                <a:lnTo>
                  <a:pt x="12344" y="13808"/>
                </a:lnTo>
                <a:lnTo>
                  <a:pt x="10615" y="13675"/>
                </a:lnTo>
                <a:lnTo>
                  <a:pt x="9737" y="13595"/>
                </a:lnTo>
                <a:lnTo>
                  <a:pt x="8859" y="13568"/>
                </a:lnTo>
                <a:lnTo>
                  <a:pt x="7981" y="13542"/>
                </a:lnTo>
                <a:lnTo>
                  <a:pt x="7104" y="13568"/>
                </a:lnTo>
                <a:lnTo>
                  <a:pt x="6252" y="13621"/>
                </a:lnTo>
                <a:lnTo>
                  <a:pt x="5827" y="13675"/>
                </a:lnTo>
                <a:lnTo>
                  <a:pt x="5401" y="13754"/>
                </a:lnTo>
                <a:lnTo>
                  <a:pt x="4975" y="13834"/>
                </a:lnTo>
                <a:lnTo>
                  <a:pt x="4550" y="13941"/>
                </a:lnTo>
                <a:lnTo>
                  <a:pt x="4151" y="14074"/>
                </a:lnTo>
                <a:lnTo>
                  <a:pt x="3725" y="14207"/>
                </a:lnTo>
                <a:lnTo>
                  <a:pt x="3140" y="14473"/>
                </a:lnTo>
                <a:lnTo>
                  <a:pt x="2554" y="14792"/>
                </a:lnTo>
                <a:lnTo>
                  <a:pt x="2022" y="15164"/>
                </a:lnTo>
                <a:lnTo>
                  <a:pt x="1490" y="15590"/>
                </a:lnTo>
                <a:lnTo>
                  <a:pt x="1251" y="15803"/>
                </a:lnTo>
                <a:lnTo>
                  <a:pt x="1038" y="16042"/>
                </a:lnTo>
                <a:lnTo>
                  <a:pt x="825" y="16308"/>
                </a:lnTo>
                <a:lnTo>
                  <a:pt x="639" y="16548"/>
                </a:lnTo>
                <a:lnTo>
                  <a:pt x="453" y="16814"/>
                </a:lnTo>
                <a:lnTo>
                  <a:pt x="293" y="17106"/>
                </a:lnTo>
                <a:lnTo>
                  <a:pt x="133" y="17373"/>
                </a:lnTo>
                <a:lnTo>
                  <a:pt x="0" y="17665"/>
                </a:lnTo>
                <a:lnTo>
                  <a:pt x="55708" y="17665"/>
                </a:lnTo>
                <a:lnTo>
                  <a:pt x="55070" y="17213"/>
                </a:lnTo>
                <a:lnTo>
                  <a:pt x="54458" y="16734"/>
                </a:lnTo>
                <a:lnTo>
                  <a:pt x="53873" y="16202"/>
                </a:lnTo>
                <a:lnTo>
                  <a:pt x="53288" y="15670"/>
                </a:lnTo>
                <a:lnTo>
                  <a:pt x="52755" y="15111"/>
                </a:lnTo>
                <a:lnTo>
                  <a:pt x="52223" y="14526"/>
                </a:lnTo>
                <a:lnTo>
                  <a:pt x="51745" y="13914"/>
                </a:lnTo>
                <a:lnTo>
                  <a:pt x="51292" y="13302"/>
                </a:lnTo>
                <a:lnTo>
                  <a:pt x="50680" y="12398"/>
                </a:lnTo>
                <a:lnTo>
                  <a:pt x="50148" y="11493"/>
                </a:lnTo>
                <a:lnTo>
                  <a:pt x="49616" y="10562"/>
                </a:lnTo>
                <a:lnTo>
                  <a:pt x="49137" y="9604"/>
                </a:lnTo>
                <a:lnTo>
                  <a:pt x="48153" y="7689"/>
                </a:lnTo>
                <a:lnTo>
                  <a:pt x="47648" y="6758"/>
                </a:lnTo>
                <a:lnTo>
                  <a:pt x="47115" y="5827"/>
                </a:lnTo>
                <a:lnTo>
                  <a:pt x="46530" y="4922"/>
                </a:lnTo>
                <a:lnTo>
                  <a:pt x="46211" y="4496"/>
                </a:lnTo>
                <a:lnTo>
                  <a:pt x="45892" y="4044"/>
                </a:lnTo>
                <a:lnTo>
                  <a:pt x="45546" y="3618"/>
                </a:lnTo>
                <a:lnTo>
                  <a:pt x="45200" y="3219"/>
                </a:lnTo>
                <a:lnTo>
                  <a:pt x="44828" y="2820"/>
                </a:lnTo>
                <a:lnTo>
                  <a:pt x="44455" y="2448"/>
                </a:lnTo>
                <a:lnTo>
                  <a:pt x="44056" y="2102"/>
                </a:lnTo>
                <a:lnTo>
                  <a:pt x="43630" y="1756"/>
                </a:lnTo>
                <a:lnTo>
                  <a:pt x="43205" y="1437"/>
                </a:lnTo>
                <a:lnTo>
                  <a:pt x="42779" y="1171"/>
                </a:lnTo>
                <a:lnTo>
                  <a:pt x="42300" y="905"/>
                </a:lnTo>
                <a:lnTo>
                  <a:pt x="41848" y="665"/>
                </a:lnTo>
                <a:lnTo>
                  <a:pt x="41342" y="479"/>
                </a:lnTo>
                <a:lnTo>
                  <a:pt x="40837" y="293"/>
                </a:lnTo>
                <a:lnTo>
                  <a:pt x="40278" y="160"/>
                </a:lnTo>
                <a:lnTo>
                  <a:pt x="39720" y="80"/>
                </a:lnTo>
                <a:lnTo>
                  <a:pt x="39134" y="27"/>
                </a:lnTo>
                <a:lnTo>
                  <a:pt x="385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 rot="-5400000">
            <a:off x="7552478" y="403578"/>
            <a:ext cx="2416656" cy="766395"/>
          </a:xfrm>
          <a:custGeom>
            <a:avLst/>
            <a:gdLst/>
            <a:ahLst/>
            <a:cxnLst/>
            <a:rect l="l" t="t" r="r" b="b"/>
            <a:pathLst>
              <a:path w="55709" h="17666" extrusionOk="0">
                <a:moveTo>
                  <a:pt x="38576" y="0"/>
                </a:moveTo>
                <a:lnTo>
                  <a:pt x="37990" y="27"/>
                </a:lnTo>
                <a:lnTo>
                  <a:pt x="37432" y="80"/>
                </a:lnTo>
                <a:lnTo>
                  <a:pt x="36846" y="187"/>
                </a:lnTo>
                <a:lnTo>
                  <a:pt x="36288" y="320"/>
                </a:lnTo>
                <a:lnTo>
                  <a:pt x="35729" y="479"/>
                </a:lnTo>
                <a:lnTo>
                  <a:pt x="35170" y="665"/>
                </a:lnTo>
                <a:lnTo>
                  <a:pt x="34638" y="878"/>
                </a:lnTo>
                <a:lnTo>
                  <a:pt x="34106" y="1118"/>
                </a:lnTo>
                <a:lnTo>
                  <a:pt x="33574" y="1384"/>
                </a:lnTo>
                <a:lnTo>
                  <a:pt x="33042" y="1676"/>
                </a:lnTo>
                <a:lnTo>
                  <a:pt x="32563" y="1996"/>
                </a:lnTo>
                <a:lnTo>
                  <a:pt x="32058" y="2315"/>
                </a:lnTo>
                <a:lnTo>
                  <a:pt x="31606" y="2661"/>
                </a:lnTo>
                <a:lnTo>
                  <a:pt x="31127" y="3007"/>
                </a:lnTo>
                <a:lnTo>
                  <a:pt x="30249" y="3751"/>
                </a:lnTo>
                <a:lnTo>
                  <a:pt x="29397" y="4523"/>
                </a:lnTo>
                <a:lnTo>
                  <a:pt x="28546" y="5348"/>
                </a:lnTo>
                <a:lnTo>
                  <a:pt x="26923" y="7024"/>
                </a:lnTo>
                <a:lnTo>
                  <a:pt x="26125" y="7848"/>
                </a:lnTo>
                <a:lnTo>
                  <a:pt x="25300" y="8673"/>
                </a:lnTo>
                <a:lnTo>
                  <a:pt x="24449" y="9498"/>
                </a:lnTo>
                <a:lnTo>
                  <a:pt x="23571" y="10269"/>
                </a:lnTo>
                <a:lnTo>
                  <a:pt x="22667" y="11014"/>
                </a:lnTo>
                <a:lnTo>
                  <a:pt x="22188" y="11360"/>
                </a:lnTo>
                <a:lnTo>
                  <a:pt x="21709" y="11679"/>
                </a:lnTo>
                <a:lnTo>
                  <a:pt x="21230" y="11999"/>
                </a:lnTo>
                <a:lnTo>
                  <a:pt x="20725" y="12291"/>
                </a:lnTo>
                <a:lnTo>
                  <a:pt x="20219" y="12584"/>
                </a:lnTo>
                <a:lnTo>
                  <a:pt x="19714" y="12823"/>
                </a:lnTo>
                <a:lnTo>
                  <a:pt x="19182" y="13063"/>
                </a:lnTo>
                <a:lnTo>
                  <a:pt x="18650" y="13276"/>
                </a:lnTo>
                <a:lnTo>
                  <a:pt x="18091" y="13435"/>
                </a:lnTo>
                <a:lnTo>
                  <a:pt x="17532" y="13595"/>
                </a:lnTo>
                <a:lnTo>
                  <a:pt x="17107" y="13675"/>
                </a:lnTo>
                <a:lnTo>
                  <a:pt x="16681" y="13754"/>
                </a:lnTo>
                <a:lnTo>
                  <a:pt x="15830" y="13834"/>
                </a:lnTo>
                <a:lnTo>
                  <a:pt x="14952" y="13887"/>
                </a:lnTo>
                <a:lnTo>
                  <a:pt x="14074" y="13887"/>
                </a:lnTo>
                <a:lnTo>
                  <a:pt x="13222" y="13861"/>
                </a:lnTo>
                <a:lnTo>
                  <a:pt x="12344" y="13808"/>
                </a:lnTo>
                <a:lnTo>
                  <a:pt x="10615" y="13675"/>
                </a:lnTo>
                <a:lnTo>
                  <a:pt x="9737" y="13595"/>
                </a:lnTo>
                <a:lnTo>
                  <a:pt x="8859" y="13568"/>
                </a:lnTo>
                <a:lnTo>
                  <a:pt x="7981" y="13542"/>
                </a:lnTo>
                <a:lnTo>
                  <a:pt x="7104" y="13568"/>
                </a:lnTo>
                <a:lnTo>
                  <a:pt x="6252" y="13621"/>
                </a:lnTo>
                <a:lnTo>
                  <a:pt x="5827" y="13675"/>
                </a:lnTo>
                <a:lnTo>
                  <a:pt x="5401" y="13754"/>
                </a:lnTo>
                <a:lnTo>
                  <a:pt x="4975" y="13834"/>
                </a:lnTo>
                <a:lnTo>
                  <a:pt x="4550" y="13941"/>
                </a:lnTo>
                <a:lnTo>
                  <a:pt x="4151" y="14074"/>
                </a:lnTo>
                <a:lnTo>
                  <a:pt x="3725" y="14207"/>
                </a:lnTo>
                <a:lnTo>
                  <a:pt x="3140" y="14473"/>
                </a:lnTo>
                <a:lnTo>
                  <a:pt x="2554" y="14792"/>
                </a:lnTo>
                <a:lnTo>
                  <a:pt x="2022" y="15164"/>
                </a:lnTo>
                <a:lnTo>
                  <a:pt x="1490" y="15590"/>
                </a:lnTo>
                <a:lnTo>
                  <a:pt x="1251" y="15803"/>
                </a:lnTo>
                <a:lnTo>
                  <a:pt x="1038" y="16042"/>
                </a:lnTo>
                <a:lnTo>
                  <a:pt x="825" y="16308"/>
                </a:lnTo>
                <a:lnTo>
                  <a:pt x="639" y="16548"/>
                </a:lnTo>
                <a:lnTo>
                  <a:pt x="453" y="16814"/>
                </a:lnTo>
                <a:lnTo>
                  <a:pt x="293" y="17106"/>
                </a:lnTo>
                <a:lnTo>
                  <a:pt x="133" y="17373"/>
                </a:lnTo>
                <a:lnTo>
                  <a:pt x="0" y="17665"/>
                </a:lnTo>
                <a:lnTo>
                  <a:pt x="55708" y="17665"/>
                </a:lnTo>
                <a:lnTo>
                  <a:pt x="55070" y="17213"/>
                </a:lnTo>
                <a:lnTo>
                  <a:pt x="54458" y="16734"/>
                </a:lnTo>
                <a:lnTo>
                  <a:pt x="53873" y="16202"/>
                </a:lnTo>
                <a:lnTo>
                  <a:pt x="53288" y="15670"/>
                </a:lnTo>
                <a:lnTo>
                  <a:pt x="52755" y="15111"/>
                </a:lnTo>
                <a:lnTo>
                  <a:pt x="52223" y="14526"/>
                </a:lnTo>
                <a:lnTo>
                  <a:pt x="51745" y="13914"/>
                </a:lnTo>
                <a:lnTo>
                  <a:pt x="51292" y="13302"/>
                </a:lnTo>
                <a:lnTo>
                  <a:pt x="50680" y="12398"/>
                </a:lnTo>
                <a:lnTo>
                  <a:pt x="50148" y="11493"/>
                </a:lnTo>
                <a:lnTo>
                  <a:pt x="49616" y="10562"/>
                </a:lnTo>
                <a:lnTo>
                  <a:pt x="49137" y="9604"/>
                </a:lnTo>
                <a:lnTo>
                  <a:pt x="48153" y="7689"/>
                </a:lnTo>
                <a:lnTo>
                  <a:pt x="47648" y="6758"/>
                </a:lnTo>
                <a:lnTo>
                  <a:pt x="47115" y="5827"/>
                </a:lnTo>
                <a:lnTo>
                  <a:pt x="46530" y="4922"/>
                </a:lnTo>
                <a:lnTo>
                  <a:pt x="46211" y="4496"/>
                </a:lnTo>
                <a:lnTo>
                  <a:pt x="45892" y="4044"/>
                </a:lnTo>
                <a:lnTo>
                  <a:pt x="45546" y="3618"/>
                </a:lnTo>
                <a:lnTo>
                  <a:pt x="45200" y="3219"/>
                </a:lnTo>
                <a:lnTo>
                  <a:pt x="44828" y="2820"/>
                </a:lnTo>
                <a:lnTo>
                  <a:pt x="44455" y="2448"/>
                </a:lnTo>
                <a:lnTo>
                  <a:pt x="44056" y="2102"/>
                </a:lnTo>
                <a:lnTo>
                  <a:pt x="43630" y="1756"/>
                </a:lnTo>
                <a:lnTo>
                  <a:pt x="43205" y="1437"/>
                </a:lnTo>
                <a:lnTo>
                  <a:pt x="42779" y="1171"/>
                </a:lnTo>
                <a:lnTo>
                  <a:pt x="42300" y="905"/>
                </a:lnTo>
                <a:lnTo>
                  <a:pt x="41848" y="665"/>
                </a:lnTo>
                <a:lnTo>
                  <a:pt x="41342" y="479"/>
                </a:lnTo>
                <a:lnTo>
                  <a:pt x="40837" y="293"/>
                </a:lnTo>
                <a:lnTo>
                  <a:pt x="40278" y="160"/>
                </a:lnTo>
                <a:lnTo>
                  <a:pt x="39720" y="80"/>
                </a:lnTo>
                <a:lnTo>
                  <a:pt x="39134" y="27"/>
                </a:lnTo>
                <a:lnTo>
                  <a:pt x="385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716900" y="975649"/>
            <a:ext cx="77040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ulish SemiBold"/>
              <a:buAutoNum type="arabicPeriod"/>
              <a:defRPr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1600"/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1600"/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9pPr>
          </a:lstStyle>
          <a:p>
            <a:endParaRPr/>
          </a:p>
        </p:txBody>
      </p:sp>
      <p:sp>
        <p:nvSpPr>
          <p:cNvPr id="28" name="Google Shape;28;p4"/>
          <p:cNvSpPr/>
          <p:nvPr/>
        </p:nvSpPr>
        <p:spPr>
          <a:xfrm rot="10800000" flipH="1">
            <a:off x="6532610" y="4441482"/>
            <a:ext cx="3294097" cy="912268"/>
          </a:xfrm>
          <a:custGeom>
            <a:avLst/>
            <a:gdLst/>
            <a:ahLst/>
            <a:cxnLst/>
            <a:rect l="l" t="t" r="r" b="b"/>
            <a:pathLst>
              <a:path w="50148" h="13888" extrusionOk="0">
                <a:moveTo>
                  <a:pt x="0" y="0"/>
                </a:moveTo>
                <a:lnTo>
                  <a:pt x="53" y="426"/>
                </a:lnTo>
                <a:lnTo>
                  <a:pt x="133" y="825"/>
                </a:lnTo>
                <a:lnTo>
                  <a:pt x="319" y="1596"/>
                </a:lnTo>
                <a:lnTo>
                  <a:pt x="585" y="2368"/>
                </a:lnTo>
                <a:lnTo>
                  <a:pt x="905" y="3139"/>
                </a:lnTo>
                <a:lnTo>
                  <a:pt x="1277" y="3858"/>
                </a:lnTo>
                <a:lnTo>
                  <a:pt x="1703" y="4549"/>
                </a:lnTo>
                <a:lnTo>
                  <a:pt x="2155" y="5241"/>
                </a:lnTo>
                <a:lnTo>
                  <a:pt x="2687" y="5880"/>
                </a:lnTo>
                <a:lnTo>
                  <a:pt x="3246" y="6465"/>
                </a:lnTo>
                <a:lnTo>
                  <a:pt x="3831" y="7023"/>
                </a:lnTo>
                <a:lnTo>
                  <a:pt x="4470" y="7529"/>
                </a:lnTo>
                <a:lnTo>
                  <a:pt x="5135" y="7981"/>
                </a:lnTo>
                <a:lnTo>
                  <a:pt x="5480" y="8194"/>
                </a:lnTo>
                <a:lnTo>
                  <a:pt x="5853" y="8380"/>
                </a:lnTo>
                <a:lnTo>
                  <a:pt x="6225" y="8566"/>
                </a:lnTo>
                <a:lnTo>
                  <a:pt x="6598" y="8726"/>
                </a:lnTo>
                <a:lnTo>
                  <a:pt x="6970" y="8886"/>
                </a:lnTo>
                <a:lnTo>
                  <a:pt x="7343" y="9019"/>
                </a:lnTo>
                <a:lnTo>
                  <a:pt x="7742" y="9125"/>
                </a:lnTo>
                <a:lnTo>
                  <a:pt x="8141" y="9232"/>
                </a:lnTo>
                <a:lnTo>
                  <a:pt x="8699" y="9365"/>
                </a:lnTo>
                <a:lnTo>
                  <a:pt x="9285" y="9444"/>
                </a:lnTo>
                <a:lnTo>
                  <a:pt x="9843" y="9498"/>
                </a:lnTo>
                <a:lnTo>
                  <a:pt x="10402" y="9524"/>
                </a:lnTo>
                <a:lnTo>
                  <a:pt x="11546" y="9524"/>
                </a:lnTo>
                <a:lnTo>
                  <a:pt x="12131" y="9498"/>
                </a:lnTo>
                <a:lnTo>
                  <a:pt x="12717" y="9444"/>
                </a:lnTo>
                <a:lnTo>
                  <a:pt x="13861" y="9285"/>
                </a:lnTo>
                <a:lnTo>
                  <a:pt x="15005" y="9099"/>
                </a:lnTo>
                <a:lnTo>
                  <a:pt x="16175" y="8859"/>
                </a:lnTo>
                <a:lnTo>
                  <a:pt x="17319" y="8593"/>
                </a:lnTo>
                <a:lnTo>
                  <a:pt x="18463" y="8354"/>
                </a:lnTo>
                <a:lnTo>
                  <a:pt x="19634" y="8114"/>
                </a:lnTo>
                <a:lnTo>
                  <a:pt x="20778" y="7875"/>
                </a:lnTo>
                <a:lnTo>
                  <a:pt x="21948" y="7715"/>
                </a:lnTo>
                <a:lnTo>
                  <a:pt x="22533" y="7662"/>
                </a:lnTo>
                <a:lnTo>
                  <a:pt x="23092" y="7609"/>
                </a:lnTo>
                <a:lnTo>
                  <a:pt x="23677" y="7582"/>
                </a:lnTo>
                <a:lnTo>
                  <a:pt x="24236" y="7556"/>
                </a:lnTo>
                <a:lnTo>
                  <a:pt x="24821" y="7582"/>
                </a:lnTo>
                <a:lnTo>
                  <a:pt x="25407" y="7609"/>
                </a:lnTo>
                <a:lnTo>
                  <a:pt x="25965" y="7662"/>
                </a:lnTo>
                <a:lnTo>
                  <a:pt x="26551" y="7768"/>
                </a:lnTo>
                <a:lnTo>
                  <a:pt x="27242" y="7901"/>
                </a:lnTo>
                <a:lnTo>
                  <a:pt x="27907" y="8088"/>
                </a:lnTo>
                <a:lnTo>
                  <a:pt x="28572" y="8327"/>
                </a:lnTo>
                <a:lnTo>
                  <a:pt x="29238" y="8566"/>
                </a:lnTo>
                <a:lnTo>
                  <a:pt x="29876" y="8859"/>
                </a:lnTo>
                <a:lnTo>
                  <a:pt x="30515" y="9152"/>
                </a:lnTo>
                <a:lnTo>
                  <a:pt x="31153" y="9471"/>
                </a:lnTo>
                <a:lnTo>
                  <a:pt x="31791" y="9817"/>
                </a:lnTo>
                <a:lnTo>
                  <a:pt x="33042" y="10509"/>
                </a:lnTo>
                <a:lnTo>
                  <a:pt x="34292" y="11227"/>
                </a:lnTo>
                <a:lnTo>
                  <a:pt x="35543" y="11919"/>
                </a:lnTo>
                <a:lnTo>
                  <a:pt x="36154" y="12238"/>
                </a:lnTo>
                <a:lnTo>
                  <a:pt x="36820" y="12557"/>
                </a:lnTo>
                <a:lnTo>
                  <a:pt x="37458" y="12850"/>
                </a:lnTo>
                <a:lnTo>
                  <a:pt x="38150" y="13116"/>
                </a:lnTo>
                <a:lnTo>
                  <a:pt x="38841" y="13329"/>
                </a:lnTo>
                <a:lnTo>
                  <a:pt x="39560" y="13541"/>
                </a:lnTo>
                <a:lnTo>
                  <a:pt x="40251" y="13674"/>
                </a:lnTo>
                <a:lnTo>
                  <a:pt x="40996" y="13807"/>
                </a:lnTo>
                <a:lnTo>
                  <a:pt x="41715" y="13861"/>
                </a:lnTo>
                <a:lnTo>
                  <a:pt x="42433" y="13887"/>
                </a:lnTo>
                <a:lnTo>
                  <a:pt x="43125" y="13861"/>
                </a:lnTo>
                <a:lnTo>
                  <a:pt x="43816" y="13781"/>
                </a:lnTo>
                <a:lnTo>
                  <a:pt x="44508" y="13621"/>
                </a:lnTo>
                <a:lnTo>
                  <a:pt x="44827" y="13541"/>
                </a:lnTo>
                <a:lnTo>
                  <a:pt x="45147" y="13435"/>
                </a:lnTo>
                <a:lnTo>
                  <a:pt x="45466" y="13302"/>
                </a:lnTo>
                <a:lnTo>
                  <a:pt x="45758" y="13169"/>
                </a:lnTo>
                <a:lnTo>
                  <a:pt x="46078" y="13009"/>
                </a:lnTo>
                <a:lnTo>
                  <a:pt x="46344" y="12823"/>
                </a:lnTo>
                <a:lnTo>
                  <a:pt x="46636" y="12637"/>
                </a:lnTo>
                <a:lnTo>
                  <a:pt x="46902" y="12424"/>
                </a:lnTo>
                <a:lnTo>
                  <a:pt x="47168" y="12185"/>
                </a:lnTo>
                <a:lnTo>
                  <a:pt x="47408" y="11945"/>
                </a:lnTo>
                <a:lnTo>
                  <a:pt x="47780" y="11519"/>
                </a:lnTo>
                <a:lnTo>
                  <a:pt x="48073" y="11094"/>
                </a:lnTo>
                <a:lnTo>
                  <a:pt x="48366" y="10615"/>
                </a:lnTo>
                <a:lnTo>
                  <a:pt x="48578" y="10136"/>
                </a:lnTo>
                <a:lnTo>
                  <a:pt x="48791" y="9657"/>
                </a:lnTo>
                <a:lnTo>
                  <a:pt x="48951" y="9125"/>
                </a:lnTo>
                <a:lnTo>
                  <a:pt x="49110" y="8620"/>
                </a:lnTo>
                <a:lnTo>
                  <a:pt x="49217" y="8061"/>
                </a:lnTo>
                <a:lnTo>
                  <a:pt x="49323" y="7529"/>
                </a:lnTo>
                <a:lnTo>
                  <a:pt x="49377" y="6970"/>
                </a:lnTo>
                <a:lnTo>
                  <a:pt x="49510" y="5853"/>
                </a:lnTo>
                <a:lnTo>
                  <a:pt x="49563" y="4736"/>
                </a:lnTo>
                <a:lnTo>
                  <a:pt x="49616" y="3618"/>
                </a:lnTo>
                <a:lnTo>
                  <a:pt x="49696" y="2714"/>
                </a:lnTo>
                <a:lnTo>
                  <a:pt x="49802" y="1809"/>
                </a:lnTo>
                <a:lnTo>
                  <a:pt x="49935" y="905"/>
                </a:lnTo>
                <a:lnTo>
                  <a:pt x="50042" y="452"/>
                </a:lnTo>
                <a:lnTo>
                  <a:pt x="501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/>
          <p:nvPr/>
        </p:nvSpPr>
        <p:spPr>
          <a:xfrm rot="10800000">
            <a:off x="-232647" y="-56495"/>
            <a:ext cx="2416656" cy="766395"/>
          </a:xfrm>
          <a:custGeom>
            <a:avLst/>
            <a:gdLst/>
            <a:ahLst/>
            <a:cxnLst/>
            <a:rect l="l" t="t" r="r" b="b"/>
            <a:pathLst>
              <a:path w="55709" h="17666" extrusionOk="0">
                <a:moveTo>
                  <a:pt x="38576" y="0"/>
                </a:moveTo>
                <a:lnTo>
                  <a:pt x="37990" y="27"/>
                </a:lnTo>
                <a:lnTo>
                  <a:pt x="37432" y="80"/>
                </a:lnTo>
                <a:lnTo>
                  <a:pt x="36846" y="187"/>
                </a:lnTo>
                <a:lnTo>
                  <a:pt x="36288" y="320"/>
                </a:lnTo>
                <a:lnTo>
                  <a:pt x="35729" y="479"/>
                </a:lnTo>
                <a:lnTo>
                  <a:pt x="35170" y="665"/>
                </a:lnTo>
                <a:lnTo>
                  <a:pt x="34638" y="878"/>
                </a:lnTo>
                <a:lnTo>
                  <a:pt x="34106" y="1118"/>
                </a:lnTo>
                <a:lnTo>
                  <a:pt x="33574" y="1384"/>
                </a:lnTo>
                <a:lnTo>
                  <a:pt x="33042" y="1676"/>
                </a:lnTo>
                <a:lnTo>
                  <a:pt x="32563" y="1996"/>
                </a:lnTo>
                <a:lnTo>
                  <a:pt x="32058" y="2315"/>
                </a:lnTo>
                <a:lnTo>
                  <a:pt x="31606" y="2661"/>
                </a:lnTo>
                <a:lnTo>
                  <a:pt x="31127" y="3007"/>
                </a:lnTo>
                <a:lnTo>
                  <a:pt x="30249" y="3751"/>
                </a:lnTo>
                <a:lnTo>
                  <a:pt x="29397" y="4523"/>
                </a:lnTo>
                <a:lnTo>
                  <a:pt x="28546" y="5348"/>
                </a:lnTo>
                <a:lnTo>
                  <a:pt x="26923" y="7024"/>
                </a:lnTo>
                <a:lnTo>
                  <a:pt x="26125" y="7848"/>
                </a:lnTo>
                <a:lnTo>
                  <a:pt x="25300" y="8673"/>
                </a:lnTo>
                <a:lnTo>
                  <a:pt x="24449" y="9498"/>
                </a:lnTo>
                <a:lnTo>
                  <a:pt x="23571" y="10269"/>
                </a:lnTo>
                <a:lnTo>
                  <a:pt x="22667" y="11014"/>
                </a:lnTo>
                <a:lnTo>
                  <a:pt x="22188" y="11360"/>
                </a:lnTo>
                <a:lnTo>
                  <a:pt x="21709" y="11679"/>
                </a:lnTo>
                <a:lnTo>
                  <a:pt x="21230" y="11999"/>
                </a:lnTo>
                <a:lnTo>
                  <a:pt x="20725" y="12291"/>
                </a:lnTo>
                <a:lnTo>
                  <a:pt x="20219" y="12584"/>
                </a:lnTo>
                <a:lnTo>
                  <a:pt x="19714" y="12823"/>
                </a:lnTo>
                <a:lnTo>
                  <a:pt x="19182" y="13063"/>
                </a:lnTo>
                <a:lnTo>
                  <a:pt x="18650" y="13276"/>
                </a:lnTo>
                <a:lnTo>
                  <a:pt x="18091" y="13435"/>
                </a:lnTo>
                <a:lnTo>
                  <a:pt x="17532" y="13595"/>
                </a:lnTo>
                <a:lnTo>
                  <a:pt x="17107" y="13675"/>
                </a:lnTo>
                <a:lnTo>
                  <a:pt x="16681" y="13754"/>
                </a:lnTo>
                <a:lnTo>
                  <a:pt x="15830" y="13834"/>
                </a:lnTo>
                <a:lnTo>
                  <a:pt x="14952" y="13887"/>
                </a:lnTo>
                <a:lnTo>
                  <a:pt x="14074" y="13887"/>
                </a:lnTo>
                <a:lnTo>
                  <a:pt x="13222" y="13861"/>
                </a:lnTo>
                <a:lnTo>
                  <a:pt x="12344" y="13808"/>
                </a:lnTo>
                <a:lnTo>
                  <a:pt x="10615" y="13675"/>
                </a:lnTo>
                <a:lnTo>
                  <a:pt x="9737" y="13595"/>
                </a:lnTo>
                <a:lnTo>
                  <a:pt x="8859" y="13568"/>
                </a:lnTo>
                <a:lnTo>
                  <a:pt x="7981" y="13542"/>
                </a:lnTo>
                <a:lnTo>
                  <a:pt x="7104" y="13568"/>
                </a:lnTo>
                <a:lnTo>
                  <a:pt x="6252" y="13621"/>
                </a:lnTo>
                <a:lnTo>
                  <a:pt x="5827" y="13675"/>
                </a:lnTo>
                <a:lnTo>
                  <a:pt x="5401" y="13754"/>
                </a:lnTo>
                <a:lnTo>
                  <a:pt x="4975" y="13834"/>
                </a:lnTo>
                <a:lnTo>
                  <a:pt x="4550" y="13941"/>
                </a:lnTo>
                <a:lnTo>
                  <a:pt x="4151" y="14074"/>
                </a:lnTo>
                <a:lnTo>
                  <a:pt x="3725" y="14207"/>
                </a:lnTo>
                <a:lnTo>
                  <a:pt x="3140" y="14473"/>
                </a:lnTo>
                <a:lnTo>
                  <a:pt x="2554" y="14792"/>
                </a:lnTo>
                <a:lnTo>
                  <a:pt x="2022" y="15164"/>
                </a:lnTo>
                <a:lnTo>
                  <a:pt x="1490" y="15590"/>
                </a:lnTo>
                <a:lnTo>
                  <a:pt x="1251" y="15803"/>
                </a:lnTo>
                <a:lnTo>
                  <a:pt x="1038" y="16042"/>
                </a:lnTo>
                <a:lnTo>
                  <a:pt x="825" y="16308"/>
                </a:lnTo>
                <a:lnTo>
                  <a:pt x="639" y="16548"/>
                </a:lnTo>
                <a:lnTo>
                  <a:pt x="453" y="16814"/>
                </a:lnTo>
                <a:lnTo>
                  <a:pt x="293" y="17106"/>
                </a:lnTo>
                <a:lnTo>
                  <a:pt x="133" y="17373"/>
                </a:lnTo>
                <a:lnTo>
                  <a:pt x="0" y="17665"/>
                </a:lnTo>
                <a:lnTo>
                  <a:pt x="55708" y="17665"/>
                </a:lnTo>
                <a:lnTo>
                  <a:pt x="55070" y="17213"/>
                </a:lnTo>
                <a:lnTo>
                  <a:pt x="54458" y="16734"/>
                </a:lnTo>
                <a:lnTo>
                  <a:pt x="53873" y="16202"/>
                </a:lnTo>
                <a:lnTo>
                  <a:pt x="53288" y="15670"/>
                </a:lnTo>
                <a:lnTo>
                  <a:pt x="52755" y="15111"/>
                </a:lnTo>
                <a:lnTo>
                  <a:pt x="52223" y="14526"/>
                </a:lnTo>
                <a:lnTo>
                  <a:pt x="51745" y="13914"/>
                </a:lnTo>
                <a:lnTo>
                  <a:pt x="51292" y="13302"/>
                </a:lnTo>
                <a:lnTo>
                  <a:pt x="50680" y="12398"/>
                </a:lnTo>
                <a:lnTo>
                  <a:pt x="50148" y="11493"/>
                </a:lnTo>
                <a:lnTo>
                  <a:pt x="49616" y="10562"/>
                </a:lnTo>
                <a:lnTo>
                  <a:pt x="49137" y="9604"/>
                </a:lnTo>
                <a:lnTo>
                  <a:pt x="48153" y="7689"/>
                </a:lnTo>
                <a:lnTo>
                  <a:pt x="47648" y="6758"/>
                </a:lnTo>
                <a:lnTo>
                  <a:pt x="47115" y="5827"/>
                </a:lnTo>
                <a:lnTo>
                  <a:pt x="46530" y="4922"/>
                </a:lnTo>
                <a:lnTo>
                  <a:pt x="46211" y="4496"/>
                </a:lnTo>
                <a:lnTo>
                  <a:pt x="45892" y="4044"/>
                </a:lnTo>
                <a:lnTo>
                  <a:pt x="45546" y="3618"/>
                </a:lnTo>
                <a:lnTo>
                  <a:pt x="45200" y="3219"/>
                </a:lnTo>
                <a:lnTo>
                  <a:pt x="44828" y="2820"/>
                </a:lnTo>
                <a:lnTo>
                  <a:pt x="44455" y="2448"/>
                </a:lnTo>
                <a:lnTo>
                  <a:pt x="44056" y="2102"/>
                </a:lnTo>
                <a:lnTo>
                  <a:pt x="43630" y="1756"/>
                </a:lnTo>
                <a:lnTo>
                  <a:pt x="43205" y="1437"/>
                </a:lnTo>
                <a:lnTo>
                  <a:pt x="42779" y="1171"/>
                </a:lnTo>
                <a:lnTo>
                  <a:pt x="42300" y="905"/>
                </a:lnTo>
                <a:lnTo>
                  <a:pt x="41848" y="665"/>
                </a:lnTo>
                <a:lnTo>
                  <a:pt x="41342" y="479"/>
                </a:lnTo>
                <a:lnTo>
                  <a:pt x="40837" y="293"/>
                </a:lnTo>
                <a:lnTo>
                  <a:pt x="40278" y="160"/>
                </a:lnTo>
                <a:lnTo>
                  <a:pt x="39720" y="80"/>
                </a:lnTo>
                <a:lnTo>
                  <a:pt x="39134" y="27"/>
                </a:lnTo>
                <a:lnTo>
                  <a:pt x="385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4"/>
          <p:cNvSpPr/>
          <p:nvPr/>
        </p:nvSpPr>
        <p:spPr>
          <a:xfrm flipH="1">
            <a:off x="-727197" y="4421494"/>
            <a:ext cx="2416656" cy="766395"/>
          </a:xfrm>
          <a:custGeom>
            <a:avLst/>
            <a:gdLst/>
            <a:ahLst/>
            <a:cxnLst/>
            <a:rect l="l" t="t" r="r" b="b"/>
            <a:pathLst>
              <a:path w="55709" h="17666" extrusionOk="0">
                <a:moveTo>
                  <a:pt x="38576" y="0"/>
                </a:moveTo>
                <a:lnTo>
                  <a:pt x="37990" y="27"/>
                </a:lnTo>
                <a:lnTo>
                  <a:pt x="37432" y="80"/>
                </a:lnTo>
                <a:lnTo>
                  <a:pt x="36846" y="187"/>
                </a:lnTo>
                <a:lnTo>
                  <a:pt x="36288" y="320"/>
                </a:lnTo>
                <a:lnTo>
                  <a:pt x="35729" y="479"/>
                </a:lnTo>
                <a:lnTo>
                  <a:pt x="35170" y="665"/>
                </a:lnTo>
                <a:lnTo>
                  <a:pt x="34638" y="878"/>
                </a:lnTo>
                <a:lnTo>
                  <a:pt x="34106" y="1118"/>
                </a:lnTo>
                <a:lnTo>
                  <a:pt x="33574" y="1384"/>
                </a:lnTo>
                <a:lnTo>
                  <a:pt x="33042" y="1676"/>
                </a:lnTo>
                <a:lnTo>
                  <a:pt x="32563" y="1996"/>
                </a:lnTo>
                <a:lnTo>
                  <a:pt x="32058" y="2315"/>
                </a:lnTo>
                <a:lnTo>
                  <a:pt x="31606" y="2661"/>
                </a:lnTo>
                <a:lnTo>
                  <a:pt x="31127" y="3007"/>
                </a:lnTo>
                <a:lnTo>
                  <a:pt x="30249" y="3751"/>
                </a:lnTo>
                <a:lnTo>
                  <a:pt x="29397" y="4523"/>
                </a:lnTo>
                <a:lnTo>
                  <a:pt x="28546" y="5348"/>
                </a:lnTo>
                <a:lnTo>
                  <a:pt x="26923" y="7024"/>
                </a:lnTo>
                <a:lnTo>
                  <a:pt x="26125" y="7848"/>
                </a:lnTo>
                <a:lnTo>
                  <a:pt x="25300" y="8673"/>
                </a:lnTo>
                <a:lnTo>
                  <a:pt x="24449" y="9498"/>
                </a:lnTo>
                <a:lnTo>
                  <a:pt x="23571" y="10269"/>
                </a:lnTo>
                <a:lnTo>
                  <a:pt x="22667" y="11014"/>
                </a:lnTo>
                <a:lnTo>
                  <a:pt x="22188" y="11360"/>
                </a:lnTo>
                <a:lnTo>
                  <a:pt x="21709" y="11679"/>
                </a:lnTo>
                <a:lnTo>
                  <a:pt x="21230" y="11999"/>
                </a:lnTo>
                <a:lnTo>
                  <a:pt x="20725" y="12291"/>
                </a:lnTo>
                <a:lnTo>
                  <a:pt x="20219" y="12584"/>
                </a:lnTo>
                <a:lnTo>
                  <a:pt x="19714" y="12823"/>
                </a:lnTo>
                <a:lnTo>
                  <a:pt x="19182" y="13063"/>
                </a:lnTo>
                <a:lnTo>
                  <a:pt x="18650" y="13276"/>
                </a:lnTo>
                <a:lnTo>
                  <a:pt x="18091" y="13435"/>
                </a:lnTo>
                <a:lnTo>
                  <a:pt x="17532" y="13595"/>
                </a:lnTo>
                <a:lnTo>
                  <a:pt x="17107" y="13675"/>
                </a:lnTo>
                <a:lnTo>
                  <a:pt x="16681" y="13754"/>
                </a:lnTo>
                <a:lnTo>
                  <a:pt x="15830" y="13834"/>
                </a:lnTo>
                <a:lnTo>
                  <a:pt x="14952" y="13887"/>
                </a:lnTo>
                <a:lnTo>
                  <a:pt x="14074" y="13887"/>
                </a:lnTo>
                <a:lnTo>
                  <a:pt x="13222" y="13861"/>
                </a:lnTo>
                <a:lnTo>
                  <a:pt x="12344" y="13808"/>
                </a:lnTo>
                <a:lnTo>
                  <a:pt x="10615" y="13675"/>
                </a:lnTo>
                <a:lnTo>
                  <a:pt x="9737" y="13595"/>
                </a:lnTo>
                <a:lnTo>
                  <a:pt x="8859" y="13568"/>
                </a:lnTo>
                <a:lnTo>
                  <a:pt x="7981" y="13542"/>
                </a:lnTo>
                <a:lnTo>
                  <a:pt x="7104" y="13568"/>
                </a:lnTo>
                <a:lnTo>
                  <a:pt x="6252" y="13621"/>
                </a:lnTo>
                <a:lnTo>
                  <a:pt x="5827" y="13675"/>
                </a:lnTo>
                <a:lnTo>
                  <a:pt x="5401" y="13754"/>
                </a:lnTo>
                <a:lnTo>
                  <a:pt x="4975" y="13834"/>
                </a:lnTo>
                <a:lnTo>
                  <a:pt x="4550" y="13941"/>
                </a:lnTo>
                <a:lnTo>
                  <a:pt x="4151" y="14074"/>
                </a:lnTo>
                <a:lnTo>
                  <a:pt x="3725" y="14207"/>
                </a:lnTo>
                <a:lnTo>
                  <a:pt x="3140" y="14473"/>
                </a:lnTo>
                <a:lnTo>
                  <a:pt x="2554" y="14792"/>
                </a:lnTo>
                <a:lnTo>
                  <a:pt x="2022" y="15164"/>
                </a:lnTo>
                <a:lnTo>
                  <a:pt x="1490" y="15590"/>
                </a:lnTo>
                <a:lnTo>
                  <a:pt x="1251" y="15803"/>
                </a:lnTo>
                <a:lnTo>
                  <a:pt x="1038" y="16042"/>
                </a:lnTo>
                <a:lnTo>
                  <a:pt x="825" y="16308"/>
                </a:lnTo>
                <a:lnTo>
                  <a:pt x="639" y="16548"/>
                </a:lnTo>
                <a:lnTo>
                  <a:pt x="453" y="16814"/>
                </a:lnTo>
                <a:lnTo>
                  <a:pt x="293" y="17106"/>
                </a:lnTo>
                <a:lnTo>
                  <a:pt x="133" y="17373"/>
                </a:lnTo>
                <a:lnTo>
                  <a:pt x="0" y="17665"/>
                </a:lnTo>
                <a:lnTo>
                  <a:pt x="55708" y="17665"/>
                </a:lnTo>
                <a:lnTo>
                  <a:pt x="55070" y="17213"/>
                </a:lnTo>
                <a:lnTo>
                  <a:pt x="54458" y="16734"/>
                </a:lnTo>
                <a:lnTo>
                  <a:pt x="53873" y="16202"/>
                </a:lnTo>
                <a:lnTo>
                  <a:pt x="53288" y="15670"/>
                </a:lnTo>
                <a:lnTo>
                  <a:pt x="52755" y="15111"/>
                </a:lnTo>
                <a:lnTo>
                  <a:pt x="52223" y="14526"/>
                </a:lnTo>
                <a:lnTo>
                  <a:pt x="51745" y="13914"/>
                </a:lnTo>
                <a:lnTo>
                  <a:pt x="51292" y="13302"/>
                </a:lnTo>
                <a:lnTo>
                  <a:pt x="50680" y="12398"/>
                </a:lnTo>
                <a:lnTo>
                  <a:pt x="50148" y="11493"/>
                </a:lnTo>
                <a:lnTo>
                  <a:pt x="49616" y="10562"/>
                </a:lnTo>
                <a:lnTo>
                  <a:pt x="49137" y="9604"/>
                </a:lnTo>
                <a:lnTo>
                  <a:pt x="48153" y="7689"/>
                </a:lnTo>
                <a:lnTo>
                  <a:pt x="47648" y="6758"/>
                </a:lnTo>
                <a:lnTo>
                  <a:pt x="47115" y="5827"/>
                </a:lnTo>
                <a:lnTo>
                  <a:pt x="46530" y="4922"/>
                </a:lnTo>
                <a:lnTo>
                  <a:pt x="46211" y="4496"/>
                </a:lnTo>
                <a:lnTo>
                  <a:pt x="45892" y="4044"/>
                </a:lnTo>
                <a:lnTo>
                  <a:pt x="45546" y="3618"/>
                </a:lnTo>
                <a:lnTo>
                  <a:pt x="45200" y="3219"/>
                </a:lnTo>
                <a:lnTo>
                  <a:pt x="44828" y="2820"/>
                </a:lnTo>
                <a:lnTo>
                  <a:pt x="44455" y="2448"/>
                </a:lnTo>
                <a:lnTo>
                  <a:pt x="44056" y="2102"/>
                </a:lnTo>
                <a:lnTo>
                  <a:pt x="43630" y="1756"/>
                </a:lnTo>
                <a:lnTo>
                  <a:pt x="43205" y="1437"/>
                </a:lnTo>
                <a:lnTo>
                  <a:pt x="42779" y="1171"/>
                </a:lnTo>
                <a:lnTo>
                  <a:pt x="42300" y="905"/>
                </a:lnTo>
                <a:lnTo>
                  <a:pt x="41848" y="665"/>
                </a:lnTo>
                <a:lnTo>
                  <a:pt x="41342" y="479"/>
                </a:lnTo>
                <a:lnTo>
                  <a:pt x="40837" y="293"/>
                </a:lnTo>
                <a:lnTo>
                  <a:pt x="40278" y="160"/>
                </a:lnTo>
                <a:lnTo>
                  <a:pt x="39720" y="80"/>
                </a:lnTo>
                <a:lnTo>
                  <a:pt x="39134" y="27"/>
                </a:lnTo>
                <a:lnTo>
                  <a:pt x="385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7492959" y="-217312"/>
            <a:ext cx="2171201" cy="1153998"/>
          </a:xfrm>
          <a:custGeom>
            <a:avLst/>
            <a:gdLst/>
            <a:ahLst/>
            <a:cxnLst/>
            <a:rect l="l" t="t" r="r" b="b"/>
            <a:pathLst>
              <a:path w="40997" h="21790" extrusionOk="0">
                <a:moveTo>
                  <a:pt x="851" y="1"/>
                </a:moveTo>
                <a:lnTo>
                  <a:pt x="532" y="799"/>
                </a:lnTo>
                <a:lnTo>
                  <a:pt x="293" y="1597"/>
                </a:lnTo>
                <a:lnTo>
                  <a:pt x="213" y="1970"/>
                </a:lnTo>
                <a:lnTo>
                  <a:pt x="106" y="2369"/>
                </a:lnTo>
                <a:lnTo>
                  <a:pt x="53" y="2768"/>
                </a:lnTo>
                <a:lnTo>
                  <a:pt x="27" y="3167"/>
                </a:lnTo>
                <a:lnTo>
                  <a:pt x="0" y="3566"/>
                </a:lnTo>
                <a:lnTo>
                  <a:pt x="0" y="3938"/>
                </a:lnTo>
                <a:lnTo>
                  <a:pt x="27" y="4337"/>
                </a:lnTo>
                <a:lnTo>
                  <a:pt x="80" y="4710"/>
                </a:lnTo>
                <a:lnTo>
                  <a:pt x="160" y="5109"/>
                </a:lnTo>
                <a:lnTo>
                  <a:pt x="266" y="5481"/>
                </a:lnTo>
                <a:lnTo>
                  <a:pt x="399" y="5854"/>
                </a:lnTo>
                <a:lnTo>
                  <a:pt x="585" y="6200"/>
                </a:lnTo>
                <a:lnTo>
                  <a:pt x="851" y="6652"/>
                </a:lnTo>
                <a:lnTo>
                  <a:pt x="1144" y="7051"/>
                </a:lnTo>
                <a:lnTo>
                  <a:pt x="1463" y="7423"/>
                </a:lnTo>
                <a:lnTo>
                  <a:pt x="1836" y="7743"/>
                </a:lnTo>
                <a:lnTo>
                  <a:pt x="2235" y="8062"/>
                </a:lnTo>
                <a:lnTo>
                  <a:pt x="2660" y="8328"/>
                </a:lnTo>
                <a:lnTo>
                  <a:pt x="3113" y="8567"/>
                </a:lnTo>
                <a:lnTo>
                  <a:pt x="3565" y="8780"/>
                </a:lnTo>
                <a:lnTo>
                  <a:pt x="4044" y="8940"/>
                </a:lnTo>
                <a:lnTo>
                  <a:pt x="4549" y="9099"/>
                </a:lnTo>
                <a:lnTo>
                  <a:pt x="5055" y="9206"/>
                </a:lnTo>
                <a:lnTo>
                  <a:pt x="5587" y="9312"/>
                </a:lnTo>
                <a:lnTo>
                  <a:pt x="6092" y="9365"/>
                </a:lnTo>
                <a:lnTo>
                  <a:pt x="6624" y="9392"/>
                </a:lnTo>
                <a:lnTo>
                  <a:pt x="7662" y="9392"/>
                </a:lnTo>
                <a:lnTo>
                  <a:pt x="8167" y="9339"/>
                </a:lnTo>
                <a:lnTo>
                  <a:pt x="8673" y="9286"/>
                </a:lnTo>
                <a:lnTo>
                  <a:pt x="9684" y="9099"/>
                </a:lnTo>
                <a:lnTo>
                  <a:pt x="10695" y="8913"/>
                </a:lnTo>
                <a:lnTo>
                  <a:pt x="11679" y="8647"/>
                </a:lnTo>
                <a:lnTo>
                  <a:pt x="13701" y="8168"/>
                </a:lnTo>
                <a:lnTo>
                  <a:pt x="14685" y="7929"/>
                </a:lnTo>
                <a:lnTo>
                  <a:pt x="15696" y="7743"/>
                </a:lnTo>
                <a:lnTo>
                  <a:pt x="16202" y="7689"/>
                </a:lnTo>
                <a:lnTo>
                  <a:pt x="16734" y="7636"/>
                </a:lnTo>
                <a:lnTo>
                  <a:pt x="17266" y="7610"/>
                </a:lnTo>
                <a:lnTo>
                  <a:pt x="17771" y="7583"/>
                </a:lnTo>
                <a:lnTo>
                  <a:pt x="18303" y="7610"/>
                </a:lnTo>
                <a:lnTo>
                  <a:pt x="18809" y="7636"/>
                </a:lnTo>
                <a:lnTo>
                  <a:pt x="19341" y="7716"/>
                </a:lnTo>
                <a:lnTo>
                  <a:pt x="19846" y="7796"/>
                </a:lnTo>
                <a:lnTo>
                  <a:pt x="20352" y="7902"/>
                </a:lnTo>
                <a:lnTo>
                  <a:pt x="20831" y="8062"/>
                </a:lnTo>
                <a:lnTo>
                  <a:pt x="21310" y="8248"/>
                </a:lnTo>
                <a:lnTo>
                  <a:pt x="21762" y="8461"/>
                </a:lnTo>
                <a:lnTo>
                  <a:pt x="22187" y="8700"/>
                </a:lnTo>
                <a:lnTo>
                  <a:pt x="22613" y="8993"/>
                </a:lnTo>
                <a:lnTo>
                  <a:pt x="22986" y="9286"/>
                </a:lnTo>
                <a:lnTo>
                  <a:pt x="23358" y="9658"/>
                </a:lnTo>
                <a:lnTo>
                  <a:pt x="23651" y="10004"/>
                </a:lnTo>
                <a:lnTo>
                  <a:pt x="23917" y="10350"/>
                </a:lnTo>
                <a:lnTo>
                  <a:pt x="24156" y="10722"/>
                </a:lnTo>
                <a:lnTo>
                  <a:pt x="24369" y="11121"/>
                </a:lnTo>
                <a:lnTo>
                  <a:pt x="24555" y="11520"/>
                </a:lnTo>
                <a:lnTo>
                  <a:pt x="24715" y="11946"/>
                </a:lnTo>
                <a:lnTo>
                  <a:pt x="24874" y="12372"/>
                </a:lnTo>
                <a:lnTo>
                  <a:pt x="25007" y="12797"/>
                </a:lnTo>
                <a:lnTo>
                  <a:pt x="25247" y="13675"/>
                </a:lnTo>
                <a:lnTo>
                  <a:pt x="25433" y="14580"/>
                </a:lnTo>
                <a:lnTo>
                  <a:pt x="25646" y="15484"/>
                </a:lnTo>
                <a:lnTo>
                  <a:pt x="25859" y="16389"/>
                </a:lnTo>
                <a:lnTo>
                  <a:pt x="25965" y="16814"/>
                </a:lnTo>
                <a:lnTo>
                  <a:pt x="26098" y="17267"/>
                </a:lnTo>
                <a:lnTo>
                  <a:pt x="26258" y="17719"/>
                </a:lnTo>
                <a:lnTo>
                  <a:pt x="26417" y="18145"/>
                </a:lnTo>
                <a:lnTo>
                  <a:pt x="26630" y="18570"/>
                </a:lnTo>
                <a:lnTo>
                  <a:pt x="26843" y="18996"/>
                </a:lnTo>
                <a:lnTo>
                  <a:pt x="27056" y="19395"/>
                </a:lnTo>
                <a:lnTo>
                  <a:pt x="27322" y="19767"/>
                </a:lnTo>
                <a:lnTo>
                  <a:pt x="27588" y="20140"/>
                </a:lnTo>
                <a:lnTo>
                  <a:pt x="27881" y="20459"/>
                </a:lnTo>
                <a:lnTo>
                  <a:pt x="28200" y="20778"/>
                </a:lnTo>
                <a:lnTo>
                  <a:pt x="28546" y="21044"/>
                </a:lnTo>
                <a:lnTo>
                  <a:pt x="28918" y="21284"/>
                </a:lnTo>
                <a:lnTo>
                  <a:pt x="29291" y="21470"/>
                </a:lnTo>
                <a:lnTo>
                  <a:pt x="29716" y="21630"/>
                </a:lnTo>
                <a:lnTo>
                  <a:pt x="30142" y="21736"/>
                </a:lnTo>
                <a:lnTo>
                  <a:pt x="30514" y="21763"/>
                </a:lnTo>
                <a:lnTo>
                  <a:pt x="30887" y="21789"/>
                </a:lnTo>
                <a:lnTo>
                  <a:pt x="31259" y="21763"/>
                </a:lnTo>
                <a:lnTo>
                  <a:pt x="31632" y="21683"/>
                </a:lnTo>
                <a:lnTo>
                  <a:pt x="31978" y="21603"/>
                </a:lnTo>
                <a:lnTo>
                  <a:pt x="32350" y="21470"/>
                </a:lnTo>
                <a:lnTo>
                  <a:pt x="32696" y="21310"/>
                </a:lnTo>
                <a:lnTo>
                  <a:pt x="33042" y="21151"/>
                </a:lnTo>
                <a:lnTo>
                  <a:pt x="33361" y="20938"/>
                </a:lnTo>
                <a:lnTo>
                  <a:pt x="33680" y="20725"/>
                </a:lnTo>
                <a:lnTo>
                  <a:pt x="33999" y="20486"/>
                </a:lnTo>
                <a:lnTo>
                  <a:pt x="34292" y="20246"/>
                </a:lnTo>
                <a:lnTo>
                  <a:pt x="34585" y="19980"/>
                </a:lnTo>
                <a:lnTo>
                  <a:pt x="34851" y="19688"/>
                </a:lnTo>
                <a:lnTo>
                  <a:pt x="35117" y="19395"/>
                </a:lnTo>
                <a:lnTo>
                  <a:pt x="35356" y="19102"/>
                </a:lnTo>
                <a:lnTo>
                  <a:pt x="35809" y="18490"/>
                </a:lnTo>
                <a:lnTo>
                  <a:pt x="36261" y="17852"/>
                </a:lnTo>
                <a:lnTo>
                  <a:pt x="37112" y="16575"/>
                </a:lnTo>
                <a:lnTo>
                  <a:pt x="37538" y="15936"/>
                </a:lnTo>
                <a:lnTo>
                  <a:pt x="37990" y="15298"/>
                </a:lnTo>
                <a:lnTo>
                  <a:pt x="38469" y="14713"/>
                </a:lnTo>
                <a:lnTo>
                  <a:pt x="38708" y="14447"/>
                </a:lnTo>
                <a:lnTo>
                  <a:pt x="38974" y="14154"/>
                </a:lnTo>
                <a:lnTo>
                  <a:pt x="39427" y="13782"/>
                </a:lnTo>
                <a:lnTo>
                  <a:pt x="39906" y="13409"/>
                </a:lnTo>
                <a:lnTo>
                  <a:pt x="40438" y="13116"/>
                </a:lnTo>
                <a:lnTo>
                  <a:pt x="40996" y="12850"/>
                </a:lnTo>
                <a:lnTo>
                  <a:pt x="4099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1829984" y="2373325"/>
            <a:ext cx="26022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u="sng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title" idx="2"/>
          </p:nvPr>
        </p:nvSpPr>
        <p:spPr>
          <a:xfrm>
            <a:off x="4712116" y="2373325"/>
            <a:ext cx="26022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u="sng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4712116" y="2589950"/>
            <a:ext cx="26022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3"/>
          </p:nvPr>
        </p:nvSpPr>
        <p:spPr>
          <a:xfrm>
            <a:off x="1829684" y="2589950"/>
            <a:ext cx="26028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title" idx="4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5"/>
          <p:cNvSpPr/>
          <p:nvPr/>
        </p:nvSpPr>
        <p:spPr>
          <a:xfrm rot="5400000" flipH="1">
            <a:off x="-835264" y="825122"/>
            <a:ext cx="2416656" cy="766395"/>
          </a:xfrm>
          <a:custGeom>
            <a:avLst/>
            <a:gdLst/>
            <a:ahLst/>
            <a:cxnLst/>
            <a:rect l="l" t="t" r="r" b="b"/>
            <a:pathLst>
              <a:path w="55709" h="17666" extrusionOk="0">
                <a:moveTo>
                  <a:pt x="38576" y="0"/>
                </a:moveTo>
                <a:lnTo>
                  <a:pt x="37990" y="27"/>
                </a:lnTo>
                <a:lnTo>
                  <a:pt x="37432" y="80"/>
                </a:lnTo>
                <a:lnTo>
                  <a:pt x="36846" y="187"/>
                </a:lnTo>
                <a:lnTo>
                  <a:pt x="36288" y="320"/>
                </a:lnTo>
                <a:lnTo>
                  <a:pt x="35729" y="479"/>
                </a:lnTo>
                <a:lnTo>
                  <a:pt x="35170" y="665"/>
                </a:lnTo>
                <a:lnTo>
                  <a:pt x="34638" y="878"/>
                </a:lnTo>
                <a:lnTo>
                  <a:pt x="34106" y="1118"/>
                </a:lnTo>
                <a:lnTo>
                  <a:pt x="33574" y="1384"/>
                </a:lnTo>
                <a:lnTo>
                  <a:pt x="33042" y="1676"/>
                </a:lnTo>
                <a:lnTo>
                  <a:pt x="32563" y="1996"/>
                </a:lnTo>
                <a:lnTo>
                  <a:pt x="32058" y="2315"/>
                </a:lnTo>
                <a:lnTo>
                  <a:pt x="31606" y="2661"/>
                </a:lnTo>
                <a:lnTo>
                  <a:pt x="31127" y="3007"/>
                </a:lnTo>
                <a:lnTo>
                  <a:pt x="30249" y="3751"/>
                </a:lnTo>
                <a:lnTo>
                  <a:pt x="29397" y="4523"/>
                </a:lnTo>
                <a:lnTo>
                  <a:pt x="28546" y="5348"/>
                </a:lnTo>
                <a:lnTo>
                  <a:pt x="26923" y="7024"/>
                </a:lnTo>
                <a:lnTo>
                  <a:pt x="26125" y="7848"/>
                </a:lnTo>
                <a:lnTo>
                  <a:pt x="25300" y="8673"/>
                </a:lnTo>
                <a:lnTo>
                  <a:pt x="24449" y="9498"/>
                </a:lnTo>
                <a:lnTo>
                  <a:pt x="23571" y="10269"/>
                </a:lnTo>
                <a:lnTo>
                  <a:pt x="22667" y="11014"/>
                </a:lnTo>
                <a:lnTo>
                  <a:pt x="22188" y="11360"/>
                </a:lnTo>
                <a:lnTo>
                  <a:pt x="21709" y="11679"/>
                </a:lnTo>
                <a:lnTo>
                  <a:pt x="21230" y="11999"/>
                </a:lnTo>
                <a:lnTo>
                  <a:pt x="20725" y="12291"/>
                </a:lnTo>
                <a:lnTo>
                  <a:pt x="20219" y="12584"/>
                </a:lnTo>
                <a:lnTo>
                  <a:pt x="19714" y="12823"/>
                </a:lnTo>
                <a:lnTo>
                  <a:pt x="19182" y="13063"/>
                </a:lnTo>
                <a:lnTo>
                  <a:pt x="18650" y="13276"/>
                </a:lnTo>
                <a:lnTo>
                  <a:pt x="18091" y="13435"/>
                </a:lnTo>
                <a:lnTo>
                  <a:pt x="17532" y="13595"/>
                </a:lnTo>
                <a:lnTo>
                  <a:pt x="17107" y="13675"/>
                </a:lnTo>
                <a:lnTo>
                  <a:pt x="16681" y="13754"/>
                </a:lnTo>
                <a:lnTo>
                  <a:pt x="15830" y="13834"/>
                </a:lnTo>
                <a:lnTo>
                  <a:pt x="14952" y="13887"/>
                </a:lnTo>
                <a:lnTo>
                  <a:pt x="14074" y="13887"/>
                </a:lnTo>
                <a:lnTo>
                  <a:pt x="13222" y="13861"/>
                </a:lnTo>
                <a:lnTo>
                  <a:pt x="12344" y="13808"/>
                </a:lnTo>
                <a:lnTo>
                  <a:pt x="10615" y="13675"/>
                </a:lnTo>
                <a:lnTo>
                  <a:pt x="9737" y="13595"/>
                </a:lnTo>
                <a:lnTo>
                  <a:pt x="8859" y="13568"/>
                </a:lnTo>
                <a:lnTo>
                  <a:pt x="7981" y="13542"/>
                </a:lnTo>
                <a:lnTo>
                  <a:pt x="7104" y="13568"/>
                </a:lnTo>
                <a:lnTo>
                  <a:pt x="6252" y="13621"/>
                </a:lnTo>
                <a:lnTo>
                  <a:pt x="5827" y="13675"/>
                </a:lnTo>
                <a:lnTo>
                  <a:pt x="5401" y="13754"/>
                </a:lnTo>
                <a:lnTo>
                  <a:pt x="4975" y="13834"/>
                </a:lnTo>
                <a:lnTo>
                  <a:pt x="4550" y="13941"/>
                </a:lnTo>
                <a:lnTo>
                  <a:pt x="4151" y="14074"/>
                </a:lnTo>
                <a:lnTo>
                  <a:pt x="3725" y="14207"/>
                </a:lnTo>
                <a:lnTo>
                  <a:pt x="3140" y="14473"/>
                </a:lnTo>
                <a:lnTo>
                  <a:pt x="2554" y="14792"/>
                </a:lnTo>
                <a:lnTo>
                  <a:pt x="2022" y="15164"/>
                </a:lnTo>
                <a:lnTo>
                  <a:pt x="1490" y="15590"/>
                </a:lnTo>
                <a:lnTo>
                  <a:pt x="1251" y="15803"/>
                </a:lnTo>
                <a:lnTo>
                  <a:pt x="1038" y="16042"/>
                </a:lnTo>
                <a:lnTo>
                  <a:pt x="825" y="16308"/>
                </a:lnTo>
                <a:lnTo>
                  <a:pt x="639" y="16548"/>
                </a:lnTo>
                <a:lnTo>
                  <a:pt x="453" y="16814"/>
                </a:lnTo>
                <a:lnTo>
                  <a:pt x="293" y="17106"/>
                </a:lnTo>
                <a:lnTo>
                  <a:pt x="133" y="17373"/>
                </a:lnTo>
                <a:lnTo>
                  <a:pt x="0" y="17665"/>
                </a:lnTo>
                <a:lnTo>
                  <a:pt x="55708" y="17665"/>
                </a:lnTo>
                <a:lnTo>
                  <a:pt x="55070" y="17213"/>
                </a:lnTo>
                <a:lnTo>
                  <a:pt x="54458" y="16734"/>
                </a:lnTo>
                <a:lnTo>
                  <a:pt x="53873" y="16202"/>
                </a:lnTo>
                <a:lnTo>
                  <a:pt x="53288" y="15670"/>
                </a:lnTo>
                <a:lnTo>
                  <a:pt x="52755" y="15111"/>
                </a:lnTo>
                <a:lnTo>
                  <a:pt x="52223" y="14526"/>
                </a:lnTo>
                <a:lnTo>
                  <a:pt x="51745" y="13914"/>
                </a:lnTo>
                <a:lnTo>
                  <a:pt x="51292" y="13302"/>
                </a:lnTo>
                <a:lnTo>
                  <a:pt x="50680" y="12398"/>
                </a:lnTo>
                <a:lnTo>
                  <a:pt x="50148" y="11493"/>
                </a:lnTo>
                <a:lnTo>
                  <a:pt x="49616" y="10562"/>
                </a:lnTo>
                <a:lnTo>
                  <a:pt x="49137" y="9604"/>
                </a:lnTo>
                <a:lnTo>
                  <a:pt x="48153" y="7689"/>
                </a:lnTo>
                <a:lnTo>
                  <a:pt x="47648" y="6758"/>
                </a:lnTo>
                <a:lnTo>
                  <a:pt x="47115" y="5827"/>
                </a:lnTo>
                <a:lnTo>
                  <a:pt x="46530" y="4922"/>
                </a:lnTo>
                <a:lnTo>
                  <a:pt x="46211" y="4496"/>
                </a:lnTo>
                <a:lnTo>
                  <a:pt x="45892" y="4044"/>
                </a:lnTo>
                <a:lnTo>
                  <a:pt x="45546" y="3618"/>
                </a:lnTo>
                <a:lnTo>
                  <a:pt x="45200" y="3219"/>
                </a:lnTo>
                <a:lnTo>
                  <a:pt x="44828" y="2820"/>
                </a:lnTo>
                <a:lnTo>
                  <a:pt x="44455" y="2448"/>
                </a:lnTo>
                <a:lnTo>
                  <a:pt x="44056" y="2102"/>
                </a:lnTo>
                <a:lnTo>
                  <a:pt x="43630" y="1756"/>
                </a:lnTo>
                <a:lnTo>
                  <a:pt x="43205" y="1437"/>
                </a:lnTo>
                <a:lnTo>
                  <a:pt x="42779" y="1171"/>
                </a:lnTo>
                <a:lnTo>
                  <a:pt x="42300" y="905"/>
                </a:lnTo>
                <a:lnTo>
                  <a:pt x="41848" y="665"/>
                </a:lnTo>
                <a:lnTo>
                  <a:pt x="41342" y="479"/>
                </a:lnTo>
                <a:lnTo>
                  <a:pt x="40837" y="293"/>
                </a:lnTo>
                <a:lnTo>
                  <a:pt x="40278" y="160"/>
                </a:lnTo>
                <a:lnTo>
                  <a:pt x="39720" y="80"/>
                </a:lnTo>
                <a:lnTo>
                  <a:pt x="39134" y="27"/>
                </a:lnTo>
                <a:lnTo>
                  <a:pt x="385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5"/>
          <p:cNvSpPr/>
          <p:nvPr/>
        </p:nvSpPr>
        <p:spPr>
          <a:xfrm rot="5400000" flipH="1">
            <a:off x="7065228" y="3336982"/>
            <a:ext cx="3294097" cy="912268"/>
          </a:xfrm>
          <a:custGeom>
            <a:avLst/>
            <a:gdLst/>
            <a:ahLst/>
            <a:cxnLst/>
            <a:rect l="l" t="t" r="r" b="b"/>
            <a:pathLst>
              <a:path w="50148" h="13888" extrusionOk="0">
                <a:moveTo>
                  <a:pt x="0" y="0"/>
                </a:moveTo>
                <a:lnTo>
                  <a:pt x="53" y="426"/>
                </a:lnTo>
                <a:lnTo>
                  <a:pt x="133" y="825"/>
                </a:lnTo>
                <a:lnTo>
                  <a:pt x="319" y="1596"/>
                </a:lnTo>
                <a:lnTo>
                  <a:pt x="585" y="2368"/>
                </a:lnTo>
                <a:lnTo>
                  <a:pt x="905" y="3139"/>
                </a:lnTo>
                <a:lnTo>
                  <a:pt x="1277" y="3858"/>
                </a:lnTo>
                <a:lnTo>
                  <a:pt x="1703" y="4549"/>
                </a:lnTo>
                <a:lnTo>
                  <a:pt x="2155" y="5241"/>
                </a:lnTo>
                <a:lnTo>
                  <a:pt x="2687" y="5880"/>
                </a:lnTo>
                <a:lnTo>
                  <a:pt x="3246" y="6465"/>
                </a:lnTo>
                <a:lnTo>
                  <a:pt x="3831" y="7023"/>
                </a:lnTo>
                <a:lnTo>
                  <a:pt x="4470" y="7529"/>
                </a:lnTo>
                <a:lnTo>
                  <a:pt x="5135" y="7981"/>
                </a:lnTo>
                <a:lnTo>
                  <a:pt x="5480" y="8194"/>
                </a:lnTo>
                <a:lnTo>
                  <a:pt x="5853" y="8380"/>
                </a:lnTo>
                <a:lnTo>
                  <a:pt x="6225" y="8566"/>
                </a:lnTo>
                <a:lnTo>
                  <a:pt x="6598" y="8726"/>
                </a:lnTo>
                <a:lnTo>
                  <a:pt x="6970" y="8886"/>
                </a:lnTo>
                <a:lnTo>
                  <a:pt x="7343" y="9019"/>
                </a:lnTo>
                <a:lnTo>
                  <a:pt x="7742" y="9125"/>
                </a:lnTo>
                <a:lnTo>
                  <a:pt x="8141" y="9232"/>
                </a:lnTo>
                <a:lnTo>
                  <a:pt x="8699" y="9365"/>
                </a:lnTo>
                <a:lnTo>
                  <a:pt x="9285" y="9444"/>
                </a:lnTo>
                <a:lnTo>
                  <a:pt x="9843" y="9498"/>
                </a:lnTo>
                <a:lnTo>
                  <a:pt x="10402" y="9524"/>
                </a:lnTo>
                <a:lnTo>
                  <a:pt x="11546" y="9524"/>
                </a:lnTo>
                <a:lnTo>
                  <a:pt x="12131" y="9498"/>
                </a:lnTo>
                <a:lnTo>
                  <a:pt x="12717" y="9444"/>
                </a:lnTo>
                <a:lnTo>
                  <a:pt x="13861" y="9285"/>
                </a:lnTo>
                <a:lnTo>
                  <a:pt x="15005" y="9099"/>
                </a:lnTo>
                <a:lnTo>
                  <a:pt x="16175" y="8859"/>
                </a:lnTo>
                <a:lnTo>
                  <a:pt x="17319" y="8593"/>
                </a:lnTo>
                <a:lnTo>
                  <a:pt x="18463" y="8354"/>
                </a:lnTo>
                <a:lnTo>
                  <a:pt x="19634" y="8114"/>
                </a:lnTo>
                <a:lnTo>
                  <a:pt x="20778" y="7875"/>
                </a:lnTo>
                <a:lnTo>
                  <a:pt x="21948" y="7715"/>
                </a:lnTo>
                <a:lnTo>
                  <a:pt x="22533" y="7662"/>
                </a:lnTo>
                <a:lnTo>
                  <a:pt x="23092" y="7609"/>
                </a:lnTo>
                <a:lnTo>
                  <a:pt x="23677" y="7582"/>
                </a:lnTo>
                <a:lnTo>
                  <a:pt x="24236" y="7556"/>
                </a:lnTo>
                <a:lnTo>
                  <a:pt x="24821" y="7582"/>
                </a:lnTo>
                <a:lnTo>
                  <a:pt x="25407" y="7609"/>
                </a:lnTo>
                <a:lnTo>
                  <a:pt x="25965" y="7662"/>
                </a:lnTo>
                <a:lnTo>
                  <a:pt x="26551" y="7768"/>
                </a:lnTo>
                <a:lnTo>
                  <a:pt x="27242" y="7901"/>
                </a:lnTo>
                <a:lnTo>
                  <a:pt x="27907" y="8088"/>
                </a:lnTo>
                <a:lnTo>
                  <a:pt x="28572" y="8327"/>
                </a:lnTo>
                <a:lnTo>
                  <a:pt x="29238" y="8566"/>
                </a:lnTo>
                <a:lnTo>
                  <a:pt x="29876" y="8859"/>
                </a:lnTo>
                <a:lnTo>
                  <a:pt x="30515" y="9152"/>
                </a:lnTo>
                <a:lnTo>
                  <a:pt x="31153" y="9471"/>
                </a:lnTo>
                <a:lnTo>
                  <a:pt x="31791" y="9817"/>
                </a:lnTo>
                <a:lnTo>
                  <a:pt x="33042" y="10509"/>
                </a:lnTo>
                <a:lnTo>
                  <a:pt x="34292" y="11227"/>
                </a:lnTo>
                <a:lnTo>
                  <a:pt x="35543" y="11919"/>
                </a:lnTo>
                <a:lnTo>
                  <a:pt x="36154" y="12238"/>
                </a:lnTo>
                <a:lnTo>
                  <a:pt x="36820" y="12557"/>
                </a:lnTo>
                <a:lnTo>
                  <a:pt x="37458" y="12850"/>
                </a:lnTo>
                <a:lnTo>
                  <a:pt x="38150" y="13116"/>
                </a:lnTo>
                <a:lnTo>
                  <a:pt x="38841" y="13329"/>
                </a:lnTo>
                <a:lnTo>
                  <a:pt x="39560" y="13541"/>
                </a:lnTo>
                <a:lnTo>
                  <a:pt x="40251" y="13674"/>
                </a:lnTo>
                <a:lnTo>
                  <a:pt x="40996" y="13807"/>
                </a:lnTo>
                <a:lnTo>
                  <a:pt x="41715" y="13861"/>
                </a:lnTo>
                <a:lnTo>
                  <a:pt x="42433" y="13887"/>
                </a:lnTo>
                <a:lnTo>
                  <a:pt x="43125" y="13861"/>
                </a:lnTo>
                <a:lnTo>
                  <a:pt x="43816" y="13781"/>
                </a:lnTo>
                <a:lnTo>
                  <a:pt x="44508" y="13621"/>
                </a:lnTo>
                <a:lnTo>
                  <a:pt x="44827" y="13541"/>
                </a:lnTo>
                <a:lnTo>
                  <a:pt x="45147" y="13435"/>
                </a:lnTo>
                <a:lnTo>
                  <a:pt x="45466" y="13302"/>
                </a:lnTo>
                <a:lnTo>
                  <a:pt x="45758" y="13169"/>
                </a:lnTo>
                <a:lnTo>
                  <a:pt x="46078" y="13009"/>
                </a:lnTo>
                <a:lnTo>
                  <a:pt x="46344" y="12823"/>
                </a:lnTo>
                <a:lnTo>
                  <a:pt x="46636" y="12637"/>
                </a:lnTo>
                <a:lnTo>
                  <a:pt x="46902" y="12424"/>
                </a:lnTo>
                <a:lnTo>
                  <a:pt x="47168" y="12185"/>
                </a:lnTo>
                <a:lnTo>
                  <a:pt x="47408" y="11945"/>
                </a:lnTo>
                <a:lnTo>
                  <a:pt x="47780" y="11519"/>
                </a:lnTo>
                <a:lnTo>
                  <a:pt x="48073" y="11094"/>
                </a:lnTo>
                <a:lnTo>
                  <a:pt x="48366" y="10615"/>
                </a:lnTo>
                <a:lnTo>
                  <a:pt x="48578" y="10136"/>
                </a:lnTo>
                <a:lnTo>
                  <a:pt x="48791" y="9657"/>
                </a:lnTo>
                <a:lnTo>
                  <a:pt x="48951" y="9125"/>
                </a:lnTo>
                <a:lnTo>
                  <a:pt x="49110" y="8620"/>
                </a:lnTo>
                <a:lnTo>
                  <a:pt x="49217" y="8061"/>
                </a:lnTo>
                <a:lnTo>
                  <a:pt x="49323" y="7529"/>
                </a:lnTo>
                <a:lnTo>
                  <a:pt x="49377" y="6970"/>
                </a:lnTo>
                <a:lnTo>
                  <a:pt x="49510" y="5853"/>
                </a:lnTo>
                <a:lnTo>
                  <a:pt x="49563" y="4736"/>
                </a:lnTo>
                <a:lnTo>
                  <a:pt x="49616" y="3618"/>
                </a:lnTo>
                <a:lnTo>
                  <a:pt x="49696" y="2714"/>
                </a:lnTo>
                <a:lnTo>
                  <a:pt x="49802" y="1809"/>
                </a:lnTo>
                <a:lnTo>
                  <a:pt x="49935" y="905"/>
                </a:lnTo>
                <a:lnTo>
                  <a:pt x="50042" y="452"/>
                </a:lnTo>
                <a:lnTo>
                  <a:pt x="501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6"/>
          <p:cNvSpPr/>
          <p:nvPr/>
        </p:nvSpPr>
        <p:spPr>
          <a:xfrm rot="10800000" flipH="1">
            <a:off x="7349525" y="4073138"/>
            <a:ext cx="2171201" cy="1153998"/>
          </a:xfrm>
          <a:custGeom>
            <a:avLst/>
            <a:gdLst/>
            <a:ahLst/>
            <a:cxnLst/>
            <a:rect l="l" t="t" r="r" b="b"/>
            <a:pathLst>
              <a:path w="40997" h="21790" extrusionOk="0">
                <a:moveTo>
                  <a:pt x="851" y="1"/>
                </a:moveTo>
                <a:lnTo>
                  <a:pt x="532" y="799"/>
                </a:lnTo>
                <a:lnTo>
                  <a:pt x="293" y="1597"/>
                </a:lnTo>
                <a:lnTo>
                  <a:pt x="213" y="1970"/>
                </a:lnTo>
                <a:lnTo>
                  <a:pt x="106" y="2369"/>
                </a:lnTo>
                <a:lnTo>
                  <a:pt x="53" y="2768"/>
                </a:lnTo>
                <a:lnTo>
                  <a:pt x="27" y="3167"/>
                </a:lnTo>
                <a:lnTo>
                  <a:pt x="0" y="3566"/>
                </a:lnTo>
                <a:lnTo>
                  <a:pt x="0" y="3938"/>
                </a:lnTo>
                <a:lnTo>
                  <a:pt x="27" y="4337"/>
                </a:lnTo>
                <a:lnTo>
                  <a:pt x="80" y="4710"/>
                </a:lnTo>
                <a:lnTo>
                  <a:pt x="160" y="5109"/>
                </a:lnTo>
                <a:lnTo>
                  <a:pt x="266" y="5481"/>
                </a:lnTo>
                <a:lnTo>
                  <a:pt x="399" y="5854"/>
                </a:lnTo>
                <a:lnTo>
                  <a:pt x="585" y="6200"/>
                </a:lnTo>
                <a:lnTo>
                  <a:pt x="851" y="6652"/>
                </a:lnTo>
                <a:lnTo>
                  <a:pt x="1144" y="7051"/>
                </a:lnTo>
                <a:lnTo>
                  <a:pt x="1463" y="7423"/>
                </a:lnTo>
                <a:lnTo>
                  <a:pt x="1836" y="7743"/>
                </a:lnTo>
                <a:lnTo>
                  <a:pt x="2235" y="8062"/>
                </a:lnTo>
                <a:lnTo>
                  <a:pt x="2660" y="8328"/>
                </a:lnTo>
                <a:lnTo>
                  <a:pt x="3113" y="8567"/>
                </a:lnTo>
                <a:lnTo>
                  <a:pt x="3565" y="8780"/>
                </a:lnTo>
                <a:lnTo>
                  <a:pt x="4044" y="8940"/>
                </a:lnTo>
                <a:lnTo>
                  <a:pt x="4549" y="9099"/>
                </a:lnTo>
                <a:lnTo>
                  <a:pt x="5055" y="9206"/>
                </a:lnTo>
                <a:lnTo>
                  <a:pt x="5587" y="9312"/>
                </a:lnTo>
                <a:lnTo>
                  <a:pt x="6092" y="9365"/>
                </a:lnTo>
                <a:lnTo>
                  <a:pt x="6624" y="9392"/>
                </a:lnTo>
                <a:lnTo>
                  <a:pt x="7662" y="9392"/>
                </a:lnTo>
                <a:lnTo>
                  <a:pt x="8167" y="9339"/>
                </a:lnTo>
                <a:lnTo>
                  <a:pt x="8673" y="9286"/>
                </a:lnTo>
                <a:lnTo>
                  <a:pt x="9684" y="9099"/>
                </a:lnTo>
                <a:lnTo>
                  <a:pt x="10695" y="8913"/>
                </a:lnTo>
                <a:lnTo>
                  <a:pt x="11679" y="8647"/>
                </a:lnTo>
                <a:lnTo>
                  <a:pt x="13701" y="8168"/>
                </a:lnTo>
                <a:lnTo>
                  <a:pt x="14685" y="7929"/>
                </a:lnTo>
                <a:lnTo>
                  <a:pt x="15696" y="7743"/>
                </a:lnTo>
                <a:lnTo>
                  <a:pt x="16202" y="7689"/>
                </a:lnTo>
                <a:lnTo>
                  <a:pt x="16734" y="7636"/>
                </a:lnTo>
                <a:lnTo>
                  <a:pt x="17266" y="7610"/>
                </a:lnTo>
                <a:lnTo>
                  <a:pt x="17771" y="7583"/>
                </a:lnTo>
                <a:lnTo>
                  <a:pt x="18303" y="7610"/>
                </a:lnTo>
                <a:lnTo>
                  <a:pt x="18809" y="7636"/>
                </a:lnTo>
                <a:lnTo>
                  <a:pt x="19341" y="7716"/>
                </a:lnTo>
                <a:lnTo>
                  <a:pt x="19846" y="7796"/>
                </a:lnTo>
                <a:lnTo>
                  <a:pt x="20352" y="7902"/>
                </a:lnTo>
                <a:lnTo>
                  <a:pt x="20831" y="8062"/>
                </a:lnTo>
                <a:lnTo>
                  <a:pt x="21310" y="8248"/>
                </a:lnTo>
                <a:lnTo>
                  <a:pt x="21762" y="8461"/>
                </a:lnTo>
                <a:lnTo>
                  <a:pt x="22187" y="8700"/>
                </a:lnTo>
                <a:lnTo>
                  <a:pt x="22613" y="8993"/>
                </a:lnTo>
                <a:lnTo>
                  <a:pt x="22986" y="9286"/>
                </a:lnTo>
                <a:lnTo>
                  <a:pt x="23358" y="9658"/>
                </a:lnTo>
                <a:lnTo>
                  <a:pt x="23651" y="10004"/>
                </a:lnTo>
                <a:lnTo>
                  <a:pt x="23917" y="10350"/>
                </a:lnTo>
                <a:lnTo>
                  <a:pt x="24156" y="10722"/>
                </a:lnTo>
                <a:lnTo>
                  <a:pt x="24369" y="11121"/>
                </a:lnTo>
                <a:lnTo>
                  <a:pt x="24555" y="11520"/>
                </a:lnTo>
                <a:lnTo>
                  <a:pt x="24715" y="11946"/>
                </a:lnTo>
                <a:lnTo>
                  <a:pt x="24874" y="12372"/>
                </a:lnTo>
                <a:lnTo>
                  <a:pt x="25007" y="12797"/>
                </a:lnTo>
                <a:lnTo>
                  <a:pt x="25247" y="13675"/>
                </a:lnTo>
                <a:lnTo>
                  <a:pt x="25433" y="14580"/>
                </a:lnTo>
                <a:lnTo>
                  <a:pt x="25646" y="15484"/>
                </a:lnTo>
                <a:lnTo>
                  <a:pt x="25859" y="16389"/>
                </a:lnTo>
                <a:lnTo>
                  <a:pt x="25965" y="16814"/>
                </a:lnTo>
                <a:lnTo>
                  <a:pt x="26098" y="17267"/>
                </a:lnTo>
                <a:lnTo>
                  <a:pt x="26258" y="17719"/>
                </a:lnTo>
                <a:lnTo>
                  <a:pt x="26417" y="18145"/>
                </a:lnTo>
                <a:lnTo>
                  <a:pt x="26630" y="18570"/>
                </a:lnTo>
                <a:lnTo>
                  <a:pt x="26843" y="18996"/>
                </a:lnTo>
                <a:lnTo>
                  <a:pt x="27056" y="19395"/>
                </a:lnTo>
                <a:lnTo>
                  <a:pt x="27322" y="19767"/>
                </a:lnTo>
                <a:lnTo>
                  <a:pt x="27588" y="20140"/>
                </a:lnTo>
                <a:lnTo>
                  <a:pt x="27881" y="20459"/>
                </a:lnTo>
                <a:lnTo>
                  <a:pt x="28200" y="20778"/>
                </a:lnTo>
                <a:lnTo>
                  <a:pt x="28546" y="21044"/>
                </a:lnTo>
                <a:lnTo>
                  <a:pt x="28918" y="21284"/>
                </a:lnTo>
                <a:lnTo>
                  <a:pt x="29291" y="21470"/>
                </a:lnTo>
                <a:lnTo>
                  <a:pt x="29716" y="21630"/>
                </a:lnTo>
                <a:lnTo>
                  <a:pt x="30142" y="21736"/>
                </a:lnTo>
                <a:lnTo>
                  <a:pt x="30514" y="21763"/>
                </a:lnTo>
                <a:lnTo>
                  <a:pt x="30887" y="21789"/>
                </a:lnTo>
                <a:lnTo>
                  <a:pt x="31259" y="21763"/>
                </a:lnTo>
                <a:lnTo>
                  <a:pt x="31632" y="21683"/>
                </a:lnTo>
                <a:lnTo>
                  <a:pt x="31978" y="21603"/>
                </a:lnTo>
                <a:lnTo>
                  <a:pt x="32350" y="21470"/>
                </a:lnTo>
                <a:lnTo>
                  <a:pt x="32696" y="21310"/>
                </a:lnTo>
                <a:lnTo>
                  <a:pt x="33042" y="21151"/>
                </a:lnTo>
                <a:lnTo>
                  <a:pt x="33361" y="20938"/>
                </a:lnTo>
                <a:lnTo>
                  <a:pt x="33680" y="20725"/>
                </a:lnTo>
                <a:lnTo>
                  <a:pt x="33999" y="20486"/>
                </a:lnTo>
                <a:lnTo>
                  <a:pt x="34292" y="20246"/>
                </a:lnTo>
                <a:lnTo>
                  <a:pt x="34585" y="19980"/>
                </a:lnTo>
                <a:lnTo>
                  <a:pt x="34851" y="19688"/>
                </a:lnTo>
                <a:lnTo>
                  <a:pt x="35117" y="19395"/>
                </a:lnTo>
                <a:lnTo>
                  <a:pt x="35356" y="19102"/>
                </a:lnTo>
                <a:lnTo>
                  <a:pt x="35809" y="18490"/>
                </a:lnTo>
                <a:lnTo>
                  <a:pt x="36261" y="17852"/>
                </a:lnTo>
                <a:lnTo>
                  <a:pt x="37112" y="16575"/>
                </a:lnTo>
                <a:lnTo>
                  <a:pt x="37538" y="15936"/>
                </a:lnTo>
                <a:lnTo>
                  <a:pt x="37990" y="15298"/>
                </a:lnTo>
                <a:lnTo>
                  <a:pt x="38469" y="14713"/>
                </a:lnTo>
                <a:lnTo>
                  <a:pt x="38708" y="14447"/>
                </a:lnTo>
                <a:lnTo>
                  <a:pt x="38974" y="14154"/>
                </a:lnTo>
                <a:lnTo>
                  <a:pt x="39427" y="13782"/>
                </a:lnTo>
                <a:lnTo>
                  <a:pt x="39906" y="13409"/>
                </a:lnTo>
                <a:lnTo>
                  <a:pt x="40438" y="13116"/>
                </a:lnTo>
                <a:lnTo>
                  <a:pt x="40996" y="12850"/>
                </a:lnTo>
                <a:lnTo>
                  <a:pt x="4099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6"/>
          <p:cNvSpPr/>
          <p:nvPr/>
        </p:nvSpPr>
        <p:spPr>
          <a:xfrm rot="10800000" flipH="1">
            <a:off x="7523581" y="-268803"/>
            <a:ext cx="2416656" cy="766395"/>
          </a:xfrm>
          <a:custGeom>
            <a:avLst/>
            <a:gdLst/>
            <a:ahLst/>
            <a:cxnLst/>
            <a:rect l="l" t="t" r="r" b="b"/>
            <a:pathLst>
              <a:path w="55709" h="17666" extrusionOk="0">
                <a:moveTo>
                  <a:pt x="38576" y="0"/>
                </a:moveTo>
                <a:lnTo>
                  <a:pt x="37990" y="27"/>
                </a:lnTo>
                <a:lnTo>
                  <a:pt x="37432" y="80"/>
                </a:lnTo>
                <a:lnTo>
                  <a:pt x="36846" y="187"/>
                </a:lnTo>
                <a:lnTo>
                  <a:pt x="36288" y="320"/>
                </a:lnTo>
                <a:lnTo>
                  <a:pt x="35729" y="479"/>
                </a:lnTo>
                <a:lnTo>
                  <a:pt x="35170" y="665"/>
                </a:lnTo>
                <a:lnTo>
                  <a:pt x="34638" y="878"/>
                </a:lnTo>
                <a:lnTo>
                  <a:pt x="34106" y="1118"/>
                </a:lnTo>
                <a:lnTo>
                  <a:pt x="33574" y="1384"/>
                </a:lnTo>
                <a:lnTo>
                  <a:pt x="33042" y="1676"/>
                </a:lnTo>
                <a:lnTo>
                  <a:pt x="32563" y="1996"/>
                </a:lnTo>
                <a:lnTo>
                  <a:pt x="32058" y="2315"/>
                </a:lnTo>
                <a:lnTo>
                  <a:pt x="31606" y="2661"/>
                </a:lnTo>
                <a:lnTo>
                  <a:pt x="31127" y="3007"/>
                </a:lnTo>
                <a:lnTo>
                  <a:pt x="30249" y="3751"/>
                </a:lnTo>
                <a:lnTo>
                  <a:pt x="29397" y="4523"/>
                </a:lnTo>
                <a:lnTo>
                  <a:pt x="28546" y="5348"/>
                </a:lnTo>
                <a:lnTo>
                  <a:pt x="26923" y="7024"/>
                </a:lnTo>
                <a:lnTo>
                  <a:pt x="26125" y="7848"/>
                </a:lnTo>
                <a:lnTo>
                  <a:pt x="25300" y="8673"/>
                </a:lnTo>
                <a:lnTo>
                  <a:pt x="24449" y="9498"/>
                </a:lnTo>
                <a:lnTo>
                  <a:pt x="23571" y="10269"/>
                </a:lnTo>
                <a:lnTo>
                  <a:pt x="22667" y="11014"/>
                </a:lnTo>
                <a:lnTo>
                  <a:pt x="22188" y="11360"/>
                </a:lnTo>
                <a:lnTo>
                  <a:pt x="21709" y="11679"/>
                </a:lnTo>
                <a:lnTo>
                  <a:pt x="21230" y="11999"/>
                </a:lnTo>
                <a:lnTo>
                  <a:pt x="20725" y="12291"/>
                </a:lnTo>
                <a:lnTo>
                  <a:pt x="20219" y="12584"/>
                </a:lnTo>
                <a:lnTo>
                  <a:pt x="19714" y="12823"/>
                </a:lnTo>
                <a:lnTo>
                  <a:pt x="19182" y="13063"/>
                </a:lnTo>
                <a:lnTo>
                  <a:pt x="18650" y="13276"/>
                </a:lnTo>
                <a:lnTo>
                  <a:pt x="18091" y="13435"/>
                </a:lnTo>
                <a:lnTo>
                  <a:pt x="17532" y="13595"/>
                </a:lnTo>
                <a:lnTo>
                  <a:pt x="17107" y="13675"/>
                </a:lnTo>
                <a:lnTo>
                  <a:pt x="16681" y="13754"/>
                </a:lnTo>
                <a:lnTo>
                  <a:pt x="15830" y="13834"/>
                </a:lnTo>
                <a:lnTo>
                  <a:pt x="14952" y="13887"/>
                </a:lnTo>
                <a:lnTo>
                  <a:pt x="14074" y="13887"/>
                </a:lnTo>
                <a:lnTo>
                  <a:pt x="13222" y="13861"/>
                </a:lnTo>
                <a:lnTo>
                  <a:pt x="12344" y="13808"/>
                </a:lnTo>
                <a:lnTo>
                  <a:pt x="10615" y="13675"/>
                </a:lnTo>
                <a:lnTo>
                  <a:pt x="9737" y="13595"/>
                </a:lnTo>
                <a:lnTo>
                  <a:pt x="8859" y="13568"/>
                </a:lnTo>
                <a:lnTo>
                  <a:pt x="7981" y="13542"/>
                </a:lnTo>
                <a:lnTo>
                  <a:pt x="7104" y="13568"/>
                </a:lnTo>
                <a:lnTo>
                  <a:pt x="6252" y="13621"/>
                </a:lnTo>
                <a:lnTo>
                  <a:pt x="5827" y="13675"/>
                </a:lnTo>
                <a:lnTo>
                  <a:pt x="5401" y="13754"/>
                </a:lnTo>
                <a:lnTo>
                  <a:pt x="4975" y="13834"/>
                </a:lnTo>
                <a:lnTo>
                  <a:pt x="4550" y="13941"/>
                </a:lnTo>
                <a:lnTo>
                  <a:pt x="4151" y="14074"/>
                </a:lnTo>
                <a:lnTo>
                  <a:pt x="3725" y="14207"/>
                </a:lnTo>
                <a:lnTo>
                  <a:pt x="3140" y="14473"/>
                </a:lnTo>
                <a:lnTo>
                  <a:pt x="2554" y="14792"/>
                </a:lnTo>
                <a:lnTo>
                  <a:pt x="2022" y="15164"/>
                </a:lnTo>
                <a:lnTo>
                  <a:pt x="1490" y="15590"/>
                </a:lnTo>
                <a:lnTo>
                  <a:pt x="1251" y="15803"/>
                </a:lnTo>
                <a:lnTo>
                  <a:pt x="1038" y="16042"/>
                </a:lnTo>
                <a:lnTo>
                  <a:pt x="825" y="16308"/>
                </a:lnTo>
                <a:lnTo>
                  <a:pt x="639" y="16548"/>
                </a:lnTo>
                <a:lnTo>
                  <a:pt x="453" y="16814"/>
                </a:lnTo>
                <a:lnTo>
                  <a:pt x="293" y="17106"/>
                </a:lnTo>
                <a:lnTo>
                  <a:pt x="133" y="17373"/>
                </a:lnTo>
                <a:lnTo>
                  <a:pt x="0" y="17665"/>
                </a:lnTo>
                <a:lnTo>
                  <a:pt x="55708" y="17665"/>
                </a:lnTo>
                <a:lnTo>
                  <a:pt x="55070" y="17213"/>
                </a:lnTo>
                <a:lnTo>
                  <a:pt x="54458" y="16734"/>
                </a:lnTo>
                <a:lnTo>
                  <a:pt x="53873" y="16202"/>
                </a:lnTo>
                <a:lnTo>
                  <a:pt x="53288" y="15670"/>
                </a:lnTo>
                <a:lnTo>
                  <a:pt x="52755" y="15111"/>
                </a:lnTo>
                <a:lnTo>
                  <a:pt x="52223" y="14526"/>
                </a:lnTo>
                <a:lnTo>
                  <a:pt x="51745" y="13914"/>
                </a:lnTo>
                <a:lnTo>
                  <a:pt x="51292" y="13302"/>
                </a:lnTo>
                <a:lnTo>
                  <a:pt x="50680" y="12398"/>
                </a:lnTo>
                <a:lnTo>
                  <a:pt x="50148" y="11493"/>
                </a:lnTo>
                <a:lnTo>
                  <a:pt x="49616" y="10562"/>
                </a:lnTo>
                <a:lnTo>
                  <a:pt x="49137" y="9604"/>
                </a:lnTo>
                <a:lnTo>
                  <a:pt x="48153" y="7689"/>
                </a:lnTo>
                <a:lnTo>
                  <a:pt x="47648" y="6758"/>
                </a:lnTo>
                <a:lnTo>
                  <a:pt x="47115" y="5827"/>
                </a:lnTo>
                <a:lnTo>
                  <a:pt x="46530" y="4922"/>
                </a:lnTo>
                <a:lnTo>
                  <a:pt x="46211" y="4496"/>
                </a:lnTo>
                <a:lnTo>
                  <a:pt x="45892" y="4044"/>
                </a:lnTo>
                <a:lnTo>
                  <a:pt x="45546" y="3618"/>
                </a:lnTo>
                <a:lnTo>
                  <a:pt x="45200" y="3219"/>
                </a:lnTo>
                <a:lnTo>
                  <a:pt x="44828" y="2820"/>
                </a:lnTo>
                <a:lnTo>
                  <a:pt x="44455" y="2448"/>
                </a:lnTo>
                <a:lnTo>
                  <a:pt x="44056" y="2102"/>
                </a:lnTo>
                <a:lnTo>
                  <a:pt x="43630" y="1756"/>
                </a:lnTo>
                <a:lnTo>
                  <a:pt x="43205" y="1437"/>
                </a:lnTo>
                <a:lnTo>
                  <a:pt x="42779" y="1171"/>
                </a:lnTo>
                <a:lnTo>
                  <a:pt x="42300" y="905"/>
                </a:lnTo>
                <a:lnTo>
                  <a:pt x="41848" y="665"/>
                </a:lnTo>
                <a:lnTo>
                  <a:pt x="41342" y="479"/>
                </a:lnTo>
                <a:lnTo>
                  <a:pt x="40837" y="293"/>
                </a:lnTo>
                <a:lnTo>
                  <a:pt x="40278" y="160"/>
                </a:lnTo>
                <a:lnTo>
                  <a:pt x="39720" y="80"/>
                </a:lnTo>
                <a:lnTo>
                  <a:pt x="39134" y="27"/>
                </a:lnTo>
                <a:lnTo>
                  <a:pt x="385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6"/>
          <p:cNvSpPr/>
          <p:nvPr/>
        </p:nvSpPr>
        <p:spPr>
          <a:xfrm rot="10800000">
            <a:off x="-796244" y="-268803"/>
            <a:ext cx="2416656" cy="766395"/>
          </a:xfrm>
          <a:custGeom>
            <a:avLst/>
            <a:gdLst/>
            <a:ahLst/>
            <a:cxnLst/>
            <a:rect l="l" t="t" r="r" b="b"/>
            <a:pathLst>
              <a:path w="55709" h="17666" extrusionOk="0">
                <a:moveTo>
                  <a:pt x="38576" y="0"/>
                </a:moveTo>
                <a:lnTo>
                  <a:pt x="37990" y="27"/>
                </a:lnTo>
                <a:lnTo>
                  <a:pt x="37432" y="80"/>
                </a:lnTo>
                <a:lnTo>
                  <a:pt x="36846" y="187"/>
                </a:lnTo>
                <a:lnTo>
                  <a:pt x="36288" y="320"/>
                </a:lnTo>
                <a:lnTo>
                  <a:pt x="35729" y="479"/>
                </a:lnTo>
                <a:lnTo>
                  <a:pt x="35170" y="665"/>
                </a:lnTo>
                <a:lnTo>
                  <a:pt x="34638" y="878"/>
                </a:lnTo>
                <a:lnTo>
                  <a:pt x="34106" y="1118"/>
                </a:lnTo>
                <a:lnTo>
                  <a:pt x="33574" y="1384"/>
                </a:lnTo>
                <a:lnTo>
                  <a:pt x="33042" y="1676"/>
                </a:lnTo>
                <a:lnTo>
                  <a:pt x="32563" y="1996"/>
                </a:lnTo>
                <a:lnTo>
                  <a:pt x="32058" y="2315"/>
                </a:lnTo>
                <a:lnTo>
                  <a:pt x="31606" y="2661"/>
                </a:lnTo>
                <a:lnTo>
                  <a:pt x="31127" y="3007"/>
                </a:lnTo>
                <a:lnTo>
                  <a:pt x="30249" y="3751"/>
                </a:lnTo>
                <a:lnTo>
                  <a:pt x="29397" y="4523"/>
                </a:lnTo>
                <a:lnTo>
                  <a:pt x="28546" y="5348"/>
                </a:lnTo>
                <a:lnTo>
                  <a:pt x="26923" y="7024"/>
                </a:lnTo>
                <a:lnTo>
                  <a:pt x="26125" y="7848"/>
                </a:lnTo>
                <a:lnTo>
                  <a:pt x="25300" y="8673"/>
                </a:lnTo>
                <a:lnTo>
                  <a:pt x="24449" y="9498"/>
                </a:lnTo>
                <a:lnTo>
                  <a:pt x="23571" y="10269"/>
                </a:lnTo>
                <a:lnTo>
                  <a:pt x="22667" y="11014"/>
                </a:lnTo>
                <a:lnTo>
                  <a:pt x="22188" y="11360"/>
                </a:lnTo>
                <a:lnTo>
                  <a:pt x="21709" y="11679"/>
                </a:lnTo>
                <a:lnTo>
                  <a:pt x="21230" y="11999"/>
                </a:lnTo>
                <a:lnTo>
                  <a:pt x="20725" y="12291"/>
                </a:lnTo>
                <a:lnTo>
                  <a:pt x="20219" y="12584"/>
                </a:lnTo>
                <a:lnTo>
                  <a:pt x="19714" y="12823"/>
                </a:lnTo>
                <a:lnTo>
                  <a:pt x="19182" y="13063"/>
                </a:lnTo>
                <a:lnTo>
                  <a:pt x="18650" y="13276"/>
                </a:lnTo>
                <a:lnTo>
                  <a:pt x="18091" y="13435"/>
                </a:lnTo>
                <a:lnTo>
                  <a:pt x="17532" y="13595"/>
                </a:lnTo>
                <a:lnTo>
                  <a:pt x="17107" y="13675"/>
                </a:lnTo>
                <a:lnTo>
                  <a:pt x="16681" y="13754"/>
                </a:lnTo>
                <a:lnTo>
                  <a:pt x="15830" y="13834"/>
                </a:lnTo>
                <a:lnTo>
                  <a:pt x="14952" y="13887"/>
                </a:lnTo>
                <a:lnTo>
                  <a:pt x="14074" y="13887"/>
                </a:lnTo>
                <a:lnTo>
                  <a:pt x="13222" y="13861"/>
                </a:lnTo>
                <a:lnTo>
                  <a:pt x="12344" y="13808"/>
                </a:lnTo>
                <a:lnTo>
                  <a:pt x="10615" y="13675"/>
                </a:lnTo>
                <a:lnTo>
                  <a:pt x="9737" y="13595"/>
                </a:lnTo>
                <a:lnTo>
                  <a:pt x="8859" y="13568"/>
                </a:lnTo>
                <a:lnTo>
                  <a:pt x="7981" y="13542"/>
                </a:lnTo>
                <a:lnTo>
                  <a:pt x="7104" y="13568"/>
                </a:lnTo>
                <a:lnTo>
                  <a:pt x="6252" y="13621"/>
                </a:lnTo>
                <a:lnTo>
                  <a:pt x="5827" y="13675"/>
                </a:lnTo>
                <a:lnTo>
                  <a:pt x="5401" y="13754"/>
                </a:lnTo>
                <a:lnTo>
                  <a:pt x="4975" y="13834"/>
                </a:lnTo>
                <a:lnTo>
                  <a:pt x="4550" y="13941"/>
                </a:lnTo>
                <a:lnTo>
                  <a:pt x="4151" y="14074"/>
                </a:lnTo>
                <a:lnTo>
                  <a:pt x="3725" y="14207"/>
                </a:lnTo>
                <a:lnTo>
                  <a:pt x="3140" y="14473"/>
                </a:lnTo>
                <a:lnTo>
                  <a:pt x="2554" y="14792"/>
                </a:lnTo>
                <a:lnTo>
                  <a:pt x="2022" y="15164"/>
                </a:lnTo>
                <a:lnTo>
                  <a:pt x="1490" y="15590"/>
                </a:lnTo>
                <a:lnTo>
                  <a:pt x="1251" y="15803"/>
                </a:lnTo>
                <a:lnTo>
                  <a:pt x="1038" y="16042"/>
                </a:lnTo>
                <a:lnTo>
                  <a:pt x="825" y="16308"/>
                </a:lnTo>
                <a:lnTo>
                  <a:pt x="639" y="16548"/>
                </a:lnTo>
                <a:lnTo>
                  <a:pt x="453" y="16814"/>
                </a:lnTo>
                <a:lnTo>
                  <a:pt x="293" y="17106"/>
                </a:lnTo>
                <a:lnTo>
                  <a:pt x="133" y="17373"/>
                </a:lnTo>
                <a:lnTo>
                  <a:pt x="0" y="17665"/>
                </a:lnTo>
                <a:lnTo>
                  <a:pt x="55708" y="17665"/>
                </a:lnTo>
                <a:lnTo>
                  <a:pt x="55070" y="17213"/>
                </a:lnTo>
                <a:lnTo>
                  <a:pt x="54458" y="16734"/>
                </a:lnTo>
                <a:lnTo>
                  <a:pt x="53873" y="16202"/>
                </a:lnTo>
                <a:lnTo>
                  <a:pt x="53288" y="15670"/>
                </a:lnTo>
                <a:lnTo>
                  <a:pt x="52755" y="15111"/>
                </a:lnTo>
                <a:lnTo>
                  <a:pt x="52223" y="14526"/>
                </a:lnTo>
                <a:lnTo>
                  <a:pt x="51745" y="13914"/>
                </a:lnTo>
                <a:lnTo>
                  <a:pt x="51292" y="13302"/>
                </a:lnTo>
                <a:lnTo>
                  <a:pt x="50680" y="12398"/>
                </a:lnTo>
                <a:lnTo>
                  <a:pt x="50148" y="11493"/>
                </a:lnTo>
                <a:lnTo>
                  <a:pt x="49616" y="10562"/>
                </a:lnTo>
                <a:lnTo>
                  <a:pt x="49137" y="9604"/>
                </a:lnTo>
                <a:lnTo>
                  <a:pt x="48153" y="7689"/>
                </a:lnTo>
                <a:lnTo>
                  <a:pt x="47648" y="6758"/>
                </a:lnTo>
                <a:lnTo>
                  <a:pt x="47115" y="5827"/>
                </a:lnTo>
                <a:lnTo>
                  <a:pt x="46530" y="4922"/>
                </a:lnTo>
                <a:lnTo>
                  <a:pt x="46211" y="4496"/>
                </a:lnTo>
                <a:lnTo>
                  <a:pt x="45892" y="4044"/>
                </a:lnTo>
                <a:lnTo>
                  <a:pt x="45546" y="3618"/>
                </a:lnTo>
                <a:lnTo>
                  <a:pt x="45200" y="3219"/>
                </a:lnTo>
                <a:lnTo>
                  <a:pt x="44828" y="2820"/>
                </a:lnTo>
                <a:lnTo>
                  <a:pt x="44455" y="2448"/>
                </a:lnTo>
                <a:lnTo>
                  <a:pt x="44056" y="2102"/>
                </a:lnTo>
                <a:lnTo>
                  <a:pt x="43630" y="1756"/>
                </a:lnTo>
                <a:lnTo>
                  <a:pt x="43205" y="1437"/>
                </a:lnTo>
                <a:lnTo>
                  <a:pt x="42779" y="1171"/>
                </a:lnTo>
                <a:lnTo>
                  <a:pt x="42300" y="905"/>
                </a:lnTo>
                <a:lnTo>
                  <a:pt x="41848" y="665"/>
                </a:lnTo>
                <a:lnTo>
                  <a:pt x="41342" y="479"/>
                </a:lnTo>
                <a:lnTo>
                  <a:pt x="40837" y="293"/>
                </a:lnTo>
                <a:lnTo>
                  <a:pt x="40278" y="160"/>
                </a:lnTo>
                <a:lnTo>
                  <a:pt x="39720" y="80"/>
                </a:lnTo>
                <a:lnTo>
                  <a:pt x="39134" y="27"/>
                </a:lnTo>
                <a:lnTo>
                  <a:pt x="385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6"/>
          <p:cNvSpPr/>
          <p:nvPr/>
        </p:nvSpPr>
        <p:spPr>
          <a:xfrm rot="-5400000" flipH="1">
            <a:off x="-1554897" y="3178770"/>
            <a:ext cx="3294097" cy="912268"/>
          </a:xfrm>
          <a:custGeom>
            <a:avLst/>
            <a:gdLst/>
            <a:ahLst/>
            <a:cxnLst/>
            <a:rect l="l" t="t" r="r" b="b"/>
            <a:pathLst>
              <a:path w="50148" h="13888" extrusionOk="0">
                <a:moveTo>
                  <a:pt x="0" y="0"/>
                </a:moveTo>
                <a:lnTo>
                  <a:pt x="53" y="426"/>
                </a:lnTo>
                <a:lnTo>
                  <a:pt x="133" y="825"/>
                </a:lnTo>
                <a:lnTo>
                  <a:pt x="319" y="1596"/>
                </a:lnTo>
                <a:lnTo>
                  <a:pt x="585" y="2368"/>
                </a:lnTo>
                <a:lnTo>
                  <a:pt x="905" y="3139"/>
                </a:lnTo>
                <a:lnTo>
                  <a:pt x="1277" y="3858"/>
                </a:lnTo>
                <a:lnTo>
                  <a:pt x="1703" y="4549"/>
                </a:lnTo>
                <a:lnTo>
                  <a:pt x="2155" y="5241"/>
                </a:lnTo>
                <a:lnTo>
                  <a:pt x="2687" y="5880"/>
                </a:lnTo>
                <a:lnTo>
                  <a:pt x="3246" y="6465"/>
                </a:lnTo>
                <a:lnTo>
                  <a:pt x="3831" y="7023"/>
                </a:lnTo>
                <a:lnTo>
                  <a:pt x="4470" y="7529"/>
                </a:lnTo>
                <a:lnTo>
                  <a:pt x="5135" y="7981"/>
                </a:lnTo>
                <a:lnTo>
                  <a:pt x="5480" y="8194"/>
                </a:lnTo>
                <a:lnTo>
                  <a:pt x="5853" y="8380"/>
                </a:lnTo>
                <a:lnTo>
                  <a:pt x="6225" y="8566"/>
                </a:lnTo>
                <a:lnTo>
                  <a:pt x="6598" y="8726"/>
                </a:lnTo>
                <a:lnTo>
                  <a:pt x="6970" y="8886"/>
                </a:lnTo>
                <a:lnTo>
                  <a:pt x="7343" y="9019"/>
                </a:lnTo>
                <a:lnTo>
                  <a:pt x="7742" y="9125"/>
                </a:lnTo>
                <a:lnTo>
                  <a:pt x="8141" y="9232"/>
                </a:lnTo>
                <a:lnTo>
                  <a:pt x="8699" y="9365"/>
                </a:lnTo>
                <a:lnTo>
                  <a:pt x="9285" y="9444"/>
                </a:lnTo>
                <a:lnTo>
                  <a:pt x="9843" y="9498"/>
                </a:lnTo>
                <a:lnTo>
                  <a:pt x="10402" y="9524"/>
                </a:lnTo>
                <a:lnTo>
                  <a:pt x="11546" y="9524"/>
                </a:lnTo>
                <a:lnTo>
                  <a:pt x="12131" y="9498"/>
                </a:lnTo>
                <a:lnTo>
                  <a:pt x="12717" y="9444"/>
                </a:lnTo>
                <a:lnTo>
                  <a:pt x="13861" y="9285"/>
                </a:lnTo>
                <a:lnTo>
                  <a:pt x="15005" y="9099"/>
                </a:lnTo>
                <a:lnTo>
                  <a:pt x="16175" y="8859"/>
                </a:lnTo>
                <a:lnTo>
                  <a:pt x="17319" y="8593"/>
                </a:lnTo>
                <a:lnTo>
                  <a:pt x="18463" y="8354"/>
                </a:lnTo>
                <a:lnTo>
                  <a:pt x="19634" y="8114"/>
                </a:lnTo>
                <a:lnTo>
                  <a:pt x="20778" y="7875"/>
                </a:lnTo>
                <a:lnTo>
                  <a:pt x="21948" y="7715"/>
                </a:lnTo>
                <a:lnTo>
                  <a:pt x="22533" y="7662"/>
                </a:lnTo>
                <a:lnTo>
                  <a:pt x="23092" y="7609"/>
                </a:lnTo>
                <a:lnTo>
                  <a:pt x="23677" y="7582"/>
                </a:lnTo>
                <a:lnTo>
                  <a:pt x="24236" y="7556"/>
                </a:lnTo>
                <a:lnTo>
                  <a:pt x="24821" y="7582"/>
                </a:lnTo>
                <a:lnTo>
                  <a:pt x="25407" y="7609"/>
                </a:lnTo>
                <a:lnTo>
                  <a:pt x="25965" y="7662"/>
                </a:lnTo>
                <a:lnTo>
                  <a:pt x="26551" y="7768"/>
                </a:lnTo>
                <a:lnTo>
                  <a:pt x="27242" y="7901"/>
                </a:lnTo>
                <a:lnTo>
                  <a:pt x="27907" y="8088"/>
                </a:lnTo>
                <a:lnTo>
                  <a:pt x="28572" y="8327"/>
                </a:lnTo>
                <a:lnTo>
                  <a:pt x="29238" y="8566"/>
                </a:lnTo>
                <a:lnTo>
                  <a:pt x="29876" y="8859"/>
                </a:lnTo>
                <a:lnTo>
                  <a:pt x="30515" y="9152"/>
                </a:lnTo>
                <a:lnTo>
                  <a:pt x="31153" y="9471"/>
                </a:lnTo>
                <a:lnTo>
                  <a:pt x="31791" y="9817"/>
                </a:lnTo>
                <a:lnTo>
                  <a:pt x="33042" y="10509"/>
                </a:lnTo>
                <a:lnTo>
                  <a:pt x="34292" y="11227"/>
                </a:lnTo>
                <a:lnTo>
                  <a:pt x="35543" y="11919"/>
                </a:lnTo>
                <a:lnTo>
                  <a:pt x="36154" y="12238"/>
                </a:lnTo>
                <a:lnTo>
                  <a:pt x="36820" y="12557"/>
                </a:lnTo>
                <a:lnTo>
                  <a:pt x="37458" y="12850"/>
                </a:lnTo>
                <a:lnTo>
                  <a:pt x="38150" y="13116"/>
                </a:lnTo>
                <a:lnTo>
                  <a:pt x="38841" y="13329"/>
                </a:lnTo>
                <a:lnTo>
                  <a:pt x="39560" y="13541"/>
                </a:lnTo>
                <a:lnTo>
                  <a:pt x="40251" y="13674"/>
                </a:lnTo>
                <a:lnTo>
                  <a:pt x="40996" y="13807"/>
                </a:lnTo>
                <a:lnTo>
                  <a:pt x="41715" y="13861"/>
                </a:lnTo>
                <a:lnTo>
                  <a:pt x="42433" y="13887"/>
                </a:lnTo>
                <a:lnTo>
                  <a:pt x="43125" y="13861"/>
                </a:lnTo>
                <a:lnTo>
                  <a:pt x="43816" y="13781"/>
                </a:lnTo>
                <a:lnTo>
                  <a:pt x="44508" y="13621"/>
                </a:lnTo>
                <a:lnTo>
                  <a:pt x="44827" y="13541"/>
                </a:lnTo>
                <a:lnTo>
                  <a:pt x="45147" y="13435"/>
                </a:lnTo>
                <a:lnTo>
                  <a:pt x="45466" y="13302"/>
                </a:lnTo>
                <a:lnTo>
                  <a:pt x="45758" y="13169"/>
                </a:lnTo>
                <a:lnTo>
                  <a:pt x="46078" y="13009"/>
                </a:lnTo>
                <a:lnTo>
                  <a:pt x="46344" y="12823"/>
                </a:lnTo>
                <a:lnTo>
                  <a:pt x="46636" y="12637"/>
                </a:lnTo>
                <a:lnTo>
                  <a:pt x="46902" y="12424"/>
                </a:lnTo>
                <a:lnTo>
                  <a:pt x="47168" y="12185"/>
                </a:lnTo>
                <a:lnTo>
                  <a:pt x="47408" y="11945"/>
                </a:lnTo>
                <a:lnTo>
                  <a:pt x="47780" y="11519"/>
                </a:lnTo>
                <a:lnTo>
                  <a:pt x="48073" y="11094"/>
                </a:lnTo>
                <a:lnTo>
                  <a:pt x="48366" y="10615"/>
                </a:lnTo>
                <a:lnTo>
                  <a:pt x="48578" y="10136"/>
                </a:lnTo>
                <a:lnTo>
                  <a:pt x="48791" y="9657"/>
                </a:lnTo>
                <a:lnTo>
                  <a:pt x="48951" y="9125"/>
                </a:lnTo>
                <a:lnTo>
                  <a:pt x="49110" y="8620"/>
                </a:lnTo>
                <a:lnTo>
                  <a:pt x="49217" y="8061"/>
                </a:lnTo>
                <a:lnTo>
                  <a:pt x="49323" y="7529"/>
                </a:lnTo>
                <a:lnTo>
                  <a:pt x="49377" y="6970"/>
                </a:lnTo>
                <a:lnTo>
                  <a:pt x="49510" y="5853"/>
                </a:lnTo>
                <a:lnTo>
                  <a:pt x="49563" y="4736"/>
                </a:lnTo>
                <a:lnTo>
                  <a:pt x="49616" y="3618"/>
                </a:lnTo>
                <a:lnTo>
                  <a:pt x="49696" y="2714"/>
                </a:lnTo>
                <a:lnTo>
                  <a:pt x="49802" y="1809"/>
                </a:lnTo>
                <a:lnTo>
                  <a:pt x="49935" y="905"/>
                </a:lnTo>
                <a:lnTo>
                  <a:pt x="50042" y="452"/>
                </a:lnTo>
                <a:lnTo>
                  <a:pt x="501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>
            <a:spLocks noGrp="1"/>
          </p:cNvSpPr>
          <p:nvPr>
            <p:ph type="pic" idx="2"/>
          </p:nvPr>
        </p:nvSpPr>
        <p:spPr>
          <a:xfrm>
            <a:off x="0" y="-6900"/>
            <a:ext cx="3818700" cy="5143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4113149" y="1325975"/>
            <a:ext cx="3922500" cy="226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3818699" y="365750"/>
            <a:ext cx="45114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/>
          <p:nvPr/>
        </p:nvSpPr>
        <p:spPr>
          <a:xfrm rot="10800000" flipH="1">
            <a:off x="7296501" y="-56495"/>
            <a:ext cx="2416656" cy="766395"/>
          </a:xfrm>
          <a:custGeom>
            <a:avLst/>
            <a:gdLst/>
            <a:ahLst/>
            <a:cxnLst/>
            <a:rect l="l" t="t" r="r" b="b"/>
            <a:pathLst>
              <a:path w="55709" h="17666" extrusionOk="0">
                <a:moveTo>
                  <a:pt x="38576" y="0"/>
                </a:moveTo>
                <a:lnTo>
                  <a:pt x="37990" y="27"/>
                </a:lnTo>
                <a:lnTo>
                  <a:pt x="37432" y="80"/>
                </a:lnTo>
                <a:lnTo>
                  <a:pt x="36846" y="187"/>
                </a:lnTo>
                <a:lnTo>
                  <a:pt x="36288" y="320"/>
                </a:lnTo>
                <a:lnTo>
                  <a:pt x="35729" y="479"/>
                </a:lnTo>
                <a:lnTo>
                  <a:pt x="35170" y="665"/>
                </a:lnTo>
                <a:lnTo>
                  <a:pt x="34638" y="878"/>
                </a:lnTo>
                <a:lnTo>
                  <a:pt x="34106" y="1118"/>
                </a:lnTo>
                <a:lnTo>
                  <a:pt x="33574" y="1384"/>
                </a:lnTo>
                <a:lnTo>
                  <a:pt x="33042" y="1676"/>
                </a:lnTo>
                <a:lnTo>
                  <a:pt x="32563" y="1996"/>
                </a:lnTo>
                <a:lnTo>
                  <a:pt x="32058" y="2315"/>
                </a:lnTo>
                <a:lnTo>
                  <a:pt x="31606" y="2661"/>
                </a:lnTo>
                <a:lnTo>
                  <a:pt x="31127" y="3007"/>
                </a:lnTo>
                <a:lnTo>
                  <a:pt x="30249" y="3751"/>
                </a:lnTo>
                <a:lnTo>
                  <a:pt x="29397" y="4523"/>
                </a:lnTo>
                <a:lnTo>
                  <a:pt x="28546" y="5348"/>
                </a:lnTo>
                <a:lnTo>
                  <a:pt x="26923" y="7024"/>
                </a:lnTo>
                <a:lnTo>
                  <a:pt x="26125" y="7848"/>
                </a:lnTo>
                <a:lnTo>
                  <a:pt x="25300" y="8673"/>
                </a:lnTo>
                <a:lnTo>
                  <a:pt x="24449" y="9498"/>
                </a:lnTo>
                <a:lnTo>
                  <a:pt x="23571" y="10269"/>
                </a:lnTo>
                <a:lnTo>
                  <a:pt x="22667" y="11014"/>
                </a:lnTo>
                <a:lnTo>
                  <a:pt x="22188" y="11360"/>
                </a:lnTo>
                <a:lnTo>
                  <a:pt x="21709" y="11679"/>
                </a:lnTo>
                <a:lnTo>
                  <a:pt x="21230" y="11999"/>
                </a:lnTo>
                <a:lnTo>
                  <a:pt x="20725" y="12291"/>
                </a:lnTo>
                <a:lnTo>
                  <a:pt x="20219" y="12584"/>
                </a:lnTo>
                <a:lnTo>
                  <a:pt x="19714" y="12823"/>
                </a:lnTo>
                <a:lnTo>
                  <a:pt x="19182" y="13063"/>
                </a:lnTo>
                <a:lnTo>
                  <a:pt x="18650" y="13276"/>
                </a:lnTo>
                <a:lnTo>
                  <a:pt x="18091" y="13435"/>
                </a:lnTo>
                <a:lnTo>
                  <a:pt x="17532" y="13595"/>
                </a:lnTo>
                <a:lnTo>
                  <a:pt x="17107" y="13675"/>
                </a:lnTo>
                <a:lnTo>
                  <a:pt x="16681" y="13754"/>
                </a:lnTo>
                <a:lnTo>
                  <a:pt x="15830" y="13834"/>
                </a:lnTo>
                <a:lnTo>
                  <a:pt x="14952" y="13887"/>
                </a:lnTo>
                <a:lnTo>
                  <a:pt x="14074" y="13887"/>
                </a:lnTo>
                <a:lnTo>
                  <a:pt x="13222" y="13861"/>
                </a:lnTo>
                <a:lnTo>
                  <a:pt x="12344" y="13808"/>
                </a:lnTo>
                <a:lnTo>
                  <a:pt x="10615" y="13675"/>
                </a:lnTo>
                <a:lnTo>
                  <a:pt x="9737" y="13595"/>
                </a:lnTo>
                <a:lnTo>
                  <a:pt x="8859" y="13568"/>
                </a:lnTo>
                <a:lnTo>
                  <a:pt x="7981" y="13542"/>
                </a:lnTo>
                <a:lnTo>
                  <a:pt x="7104" y="13568"/>
                </a:lnTo>
                <a:lnTo>
                  <a:pt x="6252" y="13621"/>
                </a:lnTo>
                <a:lnTo>
                  <a:pt x="5827" y="13675"/>
                </a:lnTo>
                <a:lnTo>
                  <a:pt x="5401" y="13754"/>
                </a:lnTo>
                <a:lnTo>
                  <a:pt x="4975" y="13834"/>
                </a:lnTo>
                <a:lnTo>
                  <a:pt x="4550" y="13941"/>
                </a:lnTo>
                <a:lnTo>
                  <a:pt x="4151" y="14074"/>
                </a:lnTo>
                <a:lnTo>
                  <a:pt x="3725" y="14207"/>
                </a:lnTo>
                <a:lnTo>
                  <a:pt x="3140" y="14473"/>
                </a:lnTo>
                <a:lnTo>
                  <a:pt x="2554" y="14792"/>
                </a:lnTo>
                <a:lnTo>
                  <a:pt x="2022" y="15164"/>
                </a:lnTo>
                <a:lnTo>
                  <a:pt x="1490" y="15590"/>
                </a:lnTo>
                <a:lnTo>
                  <a:pt x="1251" y="15803"/>
                </a:lnTo>
                <a:lnTo>
                  <a:pt x="1038" y="16042"/>
                </a:lnTo>
                <a:lnTo>
                  <a:pt x="825" y="16308"/>
                </a:lnTo>
                <a:lnTo>
                  <a:pt x="639" y="16548"/>
                </a:lnTo>
                <a:lnTo>
                  <a:pt x="453" y="16814"/>
                </a:lnTo>
                <a:lnTo>
                  <a:pt x="293" y="17106"/>
                </a:lnTo>
                <a:lnTo>
                  <a:pt x="133" y="17373"/>
                </a:lnTo>
                <a:lnTo>
                  <a:pt x="0" y="17665"/>
                </a:lnTo>
                <a:lnTo>
                  <a:pt x="55708" y="17665"/>
                </a:lnTo>
                <a:lnTo>
                  <a:pt x="55070" y="17213"/>
                </a:lnTo>
                <a:lnTo>
                  <a:pt x="54458" y="16734"/>
                </a:lnTo>
                <a:lnTo>
                  <a:pt x="53873" y="16202"/>
                </a:lnTo>
                <a:lnTo>
                  <a:pt x="53288" y="15670"/>
                </a:lnTo>
                <a:lnTo>
                  <a:pt x="52755" y="15111"/>
                </a:lnTo>
                <a:lnTo>
                  <a:pt x="52223" y="14526"/>
                </a:lnTo>
                <a:lnTo>
                  <a:pt x="51745" y="13914"/>
                </a:lnTo>
                <a:lnTo>
                  <a:pt x="51292" y="13302"/>
                </a:lnTo>
                <a:lnTo>
                  <a:pt x="50680" y="12398"/>
                </a:lnTo>
                <a:lnTo>
                  <a:pt x="50148" y="11493"/>
                </a:lnTo>
                <a:lnTo>
                  <a:pt x="49616" y="10562"/>
                </a:lnTo>
                <a:lnTo>
                  <a:pt x="49137" y="9604"/>
                </a:lnTo>
                <a:lnTo>
                  <a:pt x="48153" y="7689"/>
                </a:lnTo>
                <a:lnTo>
                  <a:pt x="47648" y="6758"/>
                </a:lnTo>
                <a:lnTo>
                  <a:pt x="47115" y="5827"/>
                </a:lnTo>
                <a:lnTo>
                  <a:pt x="46530" y="4922"/>
                </a:lnTo>
                <a:lnTo>
                  <a:pt x="46211" y="4496"/>
                </a:lnTo>
                <a:lnTo>
                  <a:pt x="45892" y="4044"/>
                </a:lnTo>
                <a:lnTo>
                  <a:pt x="45546" y="3618"/>
                </a:lnTo>
                <a:lnTo>
                  <a:pt x="45200" y="3219"/>
                </a:lnTo>
                <a:lnTo>
                  <a:pt x="44828" y="2820"/>
                </a:lnTo>
                <a:lnTo>
                  <a:pt x="44455" y="2448"/>
                </a:lnTo>
                <a:lnTo>
                  <a:pt x="44056" y="2102"/>
                </a:lnTo>
                <a:lnTo>
                  <a:pt x="43630" y="1756"/>
                </a:lnTo>
                <a:lnTo>
                  <a:pt x="43205" y="1437"/>
                </a:lnTo>
                <a:lnTo>
                  <a:pt x="42779" y="1171"/>
                </a:lnTo>
                <a:lnTo>
                  <a:pt x="42300" y="905"/>
                </a:lnTo>
                <a:lnTo>
                  <a:pt x="41848" y="665"/>
                </a:lnTo>
                <a:lnTo>
                  <a:pt x="41342" y="479"/>
                </a:lnTo>
                <a:lnTo>
                  <a:pt x="40837" y="293"/>
                </a:lnTo>
                <a:lnTo>
                  <a:pt x="40278" y="160"/>
                </a:lnTo>
                <a:lnTo>
                  <a:pt x="39720" y="80"/>
                </a:lnTo>
                <a:lnTo>
                  <a:pt x="39134" y="27"/>
                </a:lnTo>
                <a:lnTo>
                  <a:pt x="385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7"/>
          <p:cNvSpPr/>
          <p:nvPr/>
        </p:nvSpPr>
        <p:spPr>
          <a:xfrm flipH="1">
            <a:off x="-107450" y="-39377"/>
            <a:ext cx="2171201" cy="1153998"/>
          </a:xfrm>
          <a:custGeom>
            <a:avLst/>
            <a:gdLst/>
            <a:ahLst/>
            <a:cxnLst/>
            <a:rect l="l" t="t" r="r" b="b"/>
            <a:pathLst>
              <a:path w="40997" h="21790" extrusionOk="0">
                <a:moveTo>
                  <a:pt x="851" y="1"/>
                </a:moveTo>
                <a:lnTo>
                  <a:pt x="532" y="799"/>
                </a:lnTo>
                <a:lnTo>
                  <a:pt x="293" y="1597"/>
                </a:lnTo>
                <a:lnTo>
                  <a:pt x="213" y="1970"/>
                </a:lnTo>
                <a:lnTo>
                  <a:pt x="106" y="2369"/>
                </a:lnTo>
                <a:lnTo>
                  <a:pt x="53" y="2768"/>
                </a:lnTo>
                <a:lnTo>
                  <a:pt x="27" y="3167"/>
                </a:lnTo>
                <a:lnTo>
                  <a:pt x="0" y="3566"/>
                </a:lnTo>
                <a:lnTo>
                  <a:pt x="0" y="3938"/>
                </a:lnTo>
                <a:lnTo>
                  <a:pt x="27" y="4337"/>
                </a:lnTo>
                <a:lnTo>
                  <a:pt x="80" y="4710"/>
                </a:lnTo>
                <a:lnTo>
                  <a:pt x="160" y="5109"/>
                </a:lnTo>
                <a:lnTo>
                  <a:pt x="266" y="5481"/>
                </a:lnTo>
                <a:lnTo>
                  <a:pt x="399" y="5854"/>
                </a:lnTo>
                <a:lnTo>
                  <a:pt x="585" y="6200"/>
                </a:lnTo>
                <a:lnTo>
                  <a:pt x="851" y="6652"/>
                </a:lnTo>
                <a:lnTo>
                  <a:pt x="1144" y="7051"/>
                </a:lnTo>
                <a:lnTo>
                  <a:pt x="1463" y="7423"/>
                </a:lnTo>
                <a:lnTo>
                  <a:pt x="1836" y="7743"/>
                </a:lnTo>
                <a:lnTo>
                  <a:pt x="2235" y="8062"/>
                </a:lnTo>
                <a:lnTo>
                  <a:pt x="2660" y="8328"/>
                </a:lnTo>
                <a:lnTo>
                  <a:pt x="3113" y="8567"/>
                </a:lnTo>
                <a:lnTo>
                  <a:pt x="3565" y="8780"/>
                </a:lnTo>
                <a:lnTo>
                  <a:pt x="4044" y="8940"/>
                </a:lnTo>
                <a:lnTo>
                  <a:pt x="4549" y="9099"/>
                </a:lnTo>
                <a:lnTo>
                  <a:pt x="5055" y="9206"/>
                </a:lnTo>
                <a:lnTo>
                  <a:pt x="5587" y="9312"/>
                </a:lnTo>
                <a:lnTo>
                  <a:pt x="6092" y="9365"/>
                </a:lnTo>
                <a:lnTo>
                  <a:pt x="6624" y="9392"/>
                </a:lnTo>
                <a:lnTo>
                  <a:pt x="7662" y="9392"/>
                </a:lnTo>
                <a:lnTo>
                  <a:pt x="8167" y="9339"/>
                </a:lnTo>
                <a:lnTo>
                  <a:pt x="8673" y="9286"/>
                </a:lnTo>
                <a:lnTo>
                  <a:pt x="9684" y="9099"/>
                </a:lnTo>
                <a:lnTo>
                  <a:pt x="10695" y="8913"/>
                </a:lnTo>
                <a:lnTo>
                  <a:pt x="11679" y="8647"/>
                </a:lnTo>
                <a:lnTo>
                  <a:pt x="13701" y="8168"/>
                </a:lnTo>
                <a:lnTo>
                  <a:pt x="14685" y="7929"/>
                </a:lnTo>
                <a:lnTo>
                  <a:pt x="15696" y="7743"/>
                </a:lnTo>
                <a:lnTo>
                  <a:pt x="16202" y="7689"/>
                </a:lnTo>
                <a:lnTo>
                  <a:pt x="16734" y="7636"/>
                </a:lnTo>
                <a:lnTo>
                  <a:pt x="17266" y="7610"/>
                </a:lnTo>
                <a:lnTo>
                  <a:pt x="17771" y="7583"/>
                </a:lnTo>
                <a:lnTo>
                  <a:pt x="18303" y="7610"/>
                </a:lnTo>
                <a:lnTo>
                  <a:pt x="18809" y="7636"/>
                </a:lnTo>
                <a:lnTo>
                  <a:pt x="19341" y="7716"/>
                </a:lnTo>
                <a:lnTo>
                  <a:pt x="19846" y="7796"/>
                </a:lnTo>
                <a:lnTo>
                  <a:pt x="20352" y="7902"/>
                </a:lnTo>
                <a:lnTo>
                  <a:pt x="20831" y="8062"/>
                </a:lnTo>
                <a:lnTo>
                  <a:pt x="21310" y="8248"/>
                </a:lnTo>
                <a:lnTo>
                  <a:pt x="21762" y="8461"/>
                </a:lnTo>
                <a:lnTo>
                  <a:pt x="22187" y="8700"/>
                </a:lnTo>
                <a:lnTo>
                  <a:pt x="22613" y="8993"/>
                </a:lnTo>
                <a:lnTo>
                  <a:pt x="22986" y="9286"/>
                </a:lnTo>
                <a:lnTo>
                  <a:pt x="23358" y="9658"/>
                </a:lnTo>
                <a:lnTo>
                  <a:pt x="23651" y="10004"/>
                </a:lnTo>
                <a:lnTo>
                  <a:pt x="23917" y="10350"/>
                </a:lnTo>
                <a:lnTo>
                  <a:pt x="24156" y="10722"/>
                </a:lnTo>
                <a:lnTo>
                  <a:pt x="24369" y="11121"/>
                </a:lnTo>
                <a:lnTo>
                  <a:pt x="24555" y="11520"/>
                </a:lnTo>
                <a:lnTo>
                  <a:pt x="24715" y="11946"/>
                </a:lnTo>
                <a:lnTo>
                  <a:pt x="24874" y="12372"/>
                </a:lnTo>
                <a:lnTo>
                  <a:pt x="25007" y="12797"/>
                </a:lnTo>
                <a:lnTo>
                  <a:pt x="25247" y="13675"/>
                </a:lnTo>
                <a:lnTo>
                  <a:pt x="25433" y="14580"/>
                </a:lnTo>
                <a:lnTo>
                  <a:pt x="25646" y="15484"/>
                </a:lnTo>
                <a:lnTo>
                  <a:pt x="25859" y="16389"/>
                </a:lnTo>
                <a:lnTo>
                  <a:pt x="25965" y="16814"/>
                </a:lnTo>
                <a:lnTo>
                  <a:pt x="26098" y="17267"/>
                </a:lnTo>
                <a:lnTo>
                  <a:pt x="26258" y="17719"/>
                </a:lnTo>
                <a:lnTo>
                  <a:pt x="26417" y="18145"/>
                </a:lnTo>
                <a:lnTo>
                  <a:pt x="26630" y="18570"/>
                </a:lnTo>
                <a:lnTo>
                  <a:pt x="26843" y="18996"/>
                </a:lnTo>
                <a:lnTo>
                  <a:pt x="27056" y="19395"/>
                </a:lnTo>
                <a:lnTo>
                  <a:pt x="27322" y="19767"/>
                </a:lnTo>
                <a:lnTo>
                  <a:pt x="27588" y="20140"/>
                </a:lnTo>
                <a:lnTo>
                  <a:pt x="27881" y="20459"/>
                </a:lnTo>
                <a:lnTo>
                  <a:pt x="28200" y="20778"/>
                </a:lnTo>
                <a:lnTo>
                  <a:pt x="28546" y="21044"/>
                </a:lnTo>
                <a:lnTo>
                  <a:pt x="28918" y="21284"/>
                </a:lnTo>
                <a:lnTo>
                  <a:pt x="29291" y="21470"/>
                </a:lnTo>
                <a:lnTo>
                  <a:pt x="29716" y="21630"/>
                </a:lnTo>
                <a:lnTo>
                  <a:pt x="30142" y="21736"/>
                </a:lnTo>
                <a:lnTo>
                  <a:pt x="30514" y="21763"/>
                </a:lnTo>
                <a:lnTo>
                  <a:pt x="30887" y="21789"/>
                </a:lnTo>
                <a:lnTo>
                  <a:pt x="31259" y="21763"/>
                </a:lnTo>
                <a:lnTo>
                  <a:pt x="31632" y="21683"/>
                </a:lnTo>
                <a:lnTo>
                  <a:pt x="31978" y="21603"/>
                </a:lnTo>
                <a:lnTo>
                  <a:pt x="32350" y="21470"/>
                </a:lnTo>
                <a:lnTo>
                  <a:pt x="32696" y="21310"/>
                </a:lnTo>
                <a:lnTo>
                  <a:pt x="33042" y="21151"/>
                </a:lnTo>
                <a:lnTo>
                  <a:pt x="33361" y="20938"/>
                </a:lnTo>
                <a:lnTo>
                  <a:pt x="33680" y="20725"/>
                </a:lnTo>
                <a:lnTo>
                  <a:pt x="33999" y="20486"/>
                </a:lnTo>
                <a:lnTo>
                  <a:pt x="34292" y="20246"/>
                </a:lnTo>
                <a:lnTo>
                  <a:pt x="34585" y="19980"/>
                </a:lnTo>
                <a:lnTo>
                  <a:pt x="34851" y="19688"/>
                </a:lnTo>
                <a:lnTo>
                  <a:pt x="35117" y="19395"/>
                </a:lnTo>
                <a:lnTo>
                  <a:pt x="35356" y="19102"/>
                </a:lnTo>
                <a:lnTo>
                  <a:pt x="35809" y="18490"/>
                </a:lnTo>
                <a:lnTo>
                  <a:pt x="36261" y="17852"/>
                </a:lnTo>
                <a:lnTo>
                  <a:pt x="37112" y="16575"/>
                </a:lnTo>
                <a:lnTo>
                  <a:pt x="37538" y="15936"/>
                </a:lnTo>
                <a:lnTo>
                  <a:pt x="37990" y="15298"/>
                </a:lnTo>
                <a:lnTo>
                  <a:pt x="38469" y="14713"/>
                </a:lnTo>
                <a:lnTo>
                  <a:pt x="38708" y="14447"/>
                </a:lnTo>
                <a:lnTo>
                  <a:pt x="38974" y="14154"/>
                </a:lnTo>
                <a:lnTo>
                  <a:pt x="39427" y="13782"/>
                </a:lnTo>
                <a:lnTo>
                  <a:pt x="39906" y="13409"/>
                </a:lnTo>
                <a:lnTo>
                  <a:pt x="40438" y="13116"/>
                </a:lnTo>
                <a:lnTo>
                  <a:pt x="40996" y="12850"/>
                </a:lnTo>
                <a:lnTo>
                  <a:pt x="4099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7"/>
          <p:cNvSpPr/>
          <p:nvPr/>
        </p:nvSpPr>
        <p:spPr>
          <a:xfrm flipH="1">
            <a:off x="3161876" y="4370205"/>
            <a:ext cx="2416656" cy="766395"/>
          </a:xfrm>
          <a:custGeom>
            <a:avLst/>
            <a:gdLst/>
            <a:ahLst/>
            <a:cxnLst/>
            <a:rect l="l" t="t" r="r" b="b"/>
            <a:pathLst>
              <a:path w="55709" h="17666" extrusionOk="0">
                <a:moveTo>
                  <a:pt x="38576" y="0"/>
                </a:moveTo>
                <a:lnTo>
                  <a:pt x="37990" y="27"/>
                </a:lnTo>
                <a:lnTo>
                  <a:pt x="37432" y="80"/>
                </a:lnTo>
                <a:lnTo>
                  <a:pt x="36846" y="187"/>
                </a:lnTo>
                <a:lnTo>
                  <a:pt x="36288" y="320"/>
                </a:lnTo>
                <a:lnTo>
                  <a:pt x="35729" y="479"/>
                </a:lnTo>
                <a:lnTo>
                  <a:pt x="35170" y="665"/>
                </a:lnTo>
                <a:lnTo>
                  <a:pt x="34638" y="878"/>
                </a:lnTo>
                <a:lnTo>
                  <a:pt x="34106" y="1118"/>
                </a:lnTo>
                <a:lnTo>
                  <a:pt x="33574" y="1384"/>
                </a:lnTo>
                <a:lnTo>
                  <a:pt x="33042" y="1676"/>
                </a:lnTo>
                <a:lnTo>
                  <a:pt x="32563" y="1996"/>
                </a:lnTo>
                <a:lnTo>
                  <a:pt x="32058" y="2315"/>
                </a:lnTo>
                <a:lnTo>
                  <a:pt x="31606" y="2661"/>
                </a:lnTo>
                <a:lnTo>
                  <a:pt x="31127" y="3007"/>
                </a:lnTo>
                <a:lnTo>
                  <a:pt x="30249" y="3751"/>
                </a:lnTo>
                <a:lnTo>
                  <a:pt x="29397" y="4523"/>
                </a:lnTo>
                <a:lnTo>
                  <a:pt x="28546" y="5348"/>
                </a:lnTo>
                <a:lnTo>
                  <a:pt x="26923" y="7024"/>
                </a:lnTo>
                <a:lnTo>
                  <a:pt x="26125" y="7848"/>
                </a:lnTo>
                <a:lnTo>
                  <a:pt x="25300" y="8673"/>
                </a:lnTo>
                <a:lnTo>
                  <a:pt x="24449" y="9498"/>
                </a:lnTo>
                <a:lnTo>
                  <a:pt x="23571" y="10269"/>
                </a:lnTo>
                <a:lnTo>
                  <a:pt x="22667" y="11014"/>
                </a:lnTo>
                <a:lnTo>
                  <a:pt x="22188" y="11360"/>
                </a:lnTo>
                <a:lnTo>
                  <a:pt x="21709" y="11679"/>
                </a:lnTo>
                <a:lnTo>
                  <a:pt x="21230" y="11999"/>
                </a:lnTo>
                <a:lnTo>
                  <a:pt x="20725" y="12291"/>
                </a:lnTo>
                <a:lnTo>
                  <a:pt x="20219" y="12584"/>
                </a:lnTo>
                <a:lnTo>
                  <a:pt x="19714" y="12823"/>
                </a:lnTo>
                <a:lnTo>
                  <a:pt x="19182" y="13063"/>
                </a:lnTo>
                <a:lnTo>
                  <a:pt x="18650" y="13276"/>
                </a:lnTo>
                <a:lnTo>
                  <a:pt x="18091" y="13435"/>
                </a:lnTo>
                <a:lnTo>
                  <a:pt x="17532" y="13595"/>
                </a:lnTo>
                <a:lnTo>
                  <a:pt x="17107" y="13675"/>
                </a:lnTo>
                <a:lnTo>
                  <a:pt x="16681" y="13754"/>
                </a:lnTo>
                <a:lnTo>
                  <a:pt x="15830" y="13834"/>
                </a:lnTo>
                <a:lnTo>
                  <a:pt x="14952" y="13887"/>
                </a:lnTo>
                <a:lnTo>
                  <a:pt x="14074" y="13887"/>
                </a:lnTo>
                <a:lnTo>
                  <a:pt x="13222" y="13861"/>
                </a:lnTo>
                <a:lnTo>
                  <a:pt x="12344" y="13808"/>
                </a:lnTo>
                <a:lnTo>
                  <a:pt x="10615" y="13675"/>
                </a:lnTo>
                <a:lnTo>
                  <a:pt x="9737" y="13595"/>
                </a:lnTo>
                <a:lnTo>
                  <a:pt x="8859" y="13568"/>
                </a:lnTo>
                <a:lnTo>
                  <a:pt x="7981" y="13542"/>
                </a:lnTo>
                <a:lnTo>
                  <a:pt x="7104" y="13568"/>
                </a:lnTo>
                <a:lnTo>
                  <a:pt x="6252" y="13621"/>
                </a:lnTo>
                <a:lnTo>
                  <a:pt x="5827" y="13675"/>
                </a:lnTo>
                <a:lnTo>
                  <a:pt x="5401" y="13754"/>
                </a:lnTo>
                <a:lnTo>
                  <a:pt x="4975" y="13834"/>
                </a:lnTo>
                <a:lnTo>
                  <a:pt x="4550" y="13941"/>
                </a:lnTo>
                <a:lnTo>
                  <a:pt x="4151" y="14074"/>
                </a:lnTo>
                <a:lnTo>
                  <a:pt x="3725" y="14207"/>
                </a:lnTo>
                <a:lnTo>
                  <a:pt x="3140" y="14473"/>
                </a:lnTo>
                <a:lnTo>
                  <a:pt x="2554" y="14792"/>
                </a:lnTo>
                <a:lnTo>
                  <a:pt x="2022" y="15164"/>
                </a:lnTo>
                <a:lnTo>
                  <a:pt x="1490" y="15590"/>
                </a:lnTo>
                <a:lnTo>
                  <a:pt x="1251" y="15803"/>
                </a:lnTo>
                <a:lnTo>
                  <a:pt x="1038" y="16042"/>
                </a:lnTo>
                <a:lnTo>
                  <a:pt x="825" y="16308"/>
                </a:lnTo>
                <a:lnTo>
                  <a:pt x="639" y="16548"/>
                </a:lnTo>
                <a:lnTo>
                  <a:pt x="453" y="16814"/>
                </a:lnTo>
                <a:lnTo>
                  <a:pt x="293" y="17106"/>
                </a:lnTo>
                <a:lnTo>
                  <a:pt x="133" y="17373"/>
                </a:lnTo>
                <a:lnTo>
                  <a:pt x="0" y="17665"/>
                </a:lnTo>
                <a:lnTo>
                  <a:pt x="55708" y="17665"/>
                </a:lnTo>
                <a:lnTo>
                  <a:pt x="55070" y="17213"/>
                </a:lnTo>
                <a:lnTo>
                  <a:pt x="54458" y="16734"/>
                </a:lnTo>
                <a:lnTo>
                  <a:pt x="53873" y="16202"/>
                </a:lnTo>
                <a:lnTo>
                  <a:pt x="53288" y="15670"/>
                </a:lnTo>
                <a:lnTo>
                  <a:pt x="52755" y="15111"/>
                </a:lnTo>
                <a:lnTo>
                  <a:pt x="52223" y="14526"/>
                </a:lnTo>
                <a:lnTo>
                  <a:pt x="51745" y="13914"/>
                </a:lnTo>
                <a:lnTo>
                  <a:pt x="51292" y="13302"/>
                </a:lnTo>
                <a:lnTo>
                  <a:pt x="50680" y="12398"/>
                </a:lnTo>
                <a:lnTo>
                  <a:pt x="50148" y="11493"/>
                </a:lnTo>
                <a:lnTo>
                  <a:pt x="49616" y="10562"/>
                </a:lnTo>
                <a:lnTo>
                  <a:pt x="49137" y="9604"/>
                </a:lnTo>
                <a:lnTo>
                  <a:pt x="48153" y="7689"/>
                </a:lnTo>
                <a:lnTo>
                  <a:pt x="47648" y="6758"/>
                </a:lnTo>
                <a:lnTo>
                  <a:pt x="47115" y="5827"/>
                </a:lnTo>
                <a:lnTo>
                  <a:pt x="46530" y="4922"/>
                </a:lnTo>
                <a:lnTo>
                  <a:pt x="46211" y="4496"/>
                </a:lnTo>
                <a:lnTo>
                  <a:pt x="45892" y="4044"/>
                </a:lnTo>
                <a:lnTo>
                  <a:pt x="45546" y="3618"/>
                </a:lnTo>
                <a:lnTo>
                  <a:pt x="45200" y="3219"/>
                </a:lnTo>
                <a:lnTo>
                  <a:pt x="44828" y="2820"/>
                </a:lnTo>
                <a:lnTo>
                  <a:pt x="44455" y="2448"/>
                </a:lnTo>
                <a:lnTo>
                  <a:pt x="44056" y="2102"/>
                </a:lnTo>
                <a:lnTo>
                  <a:pt x="43630" y="1756"/>
                </a:lnTo>
                <a:lnTo>
                  <a:pt x="43205" y="1437"/>
                </a:lnTo>
                <a:lnTo>
                  <a:pt x="42779" y="1171"/>
                </a:lnTo>
                <a:lnTo>
                  <a:pt x="42300" y="905"/>
                </a:lnTo>
                <a:lnTo>
                  <a:pt x="41848" y="665"/>
                </a:lnTo>
                <a:lnTo>
                  <a:pt x="41342" y="479"/>
                </a:lnTo>
                <a:lnTo>
                  <a:pt x="40837" y="293"/>
                </a:lnTo>
                <a:lnTo>
                  <a:pt x="40278" y="160"/>
                </a:lnTo>
                <a:lnTo>
                  <a:pt x="39720" y="80"/>
                </a:lnTo>
                <a:lnTo>
                  <a:pt x="39134" y="27"/>
                </a:lnTo>
                <a:lnTo>
                  <a:pt x="385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1119450" y="1702500"/>
            <a:ext cx="6905100" cy="82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ubTitle" idx="1"/>
          </p:nvPr>
        </p:nvSpPr>
        <p:spPr>
          <a:xfrm>
            <a:off x="1119450" y="2526598"/>
            <a:ext cx="69051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/>
          <p:nvPr/>
        </p:nvSpPr>
        <p:spPr>
          <a:xfrm>
            <a:off x="7267929" y="-217312"/>
            <a:ext cx="2171201" cy="1153998"/>
          </a:xfrm>
          <a:custGeom>
            <a:avLst/>
            <a:gdLst/>
            <a:ahLst/>
            <a:cxnLst/>
            <a:rect l="l" t="t" r="r" b="b"/>
            <a:pathLst>
              <a:path w="40997" h="21790" extrusionOk="0">
                <a:moveTo>
                  <a:pt x="851" y="1"/>
                </a:moveTo>
                <a:lnTo>
                  <a:pt x="532" y="799"/>
                </a:lnTo>
                <a:lnTo>
                  <a:pt x="293" y="1597"/>
                </a:lnTo>
                <a:lnTo>
                  <a:pt x="213" y="1970"/>
                </a:lnTo>
                <a:lnTo>
                  <a:pt x="106" y="2369"/>
                </a:lnTo>
                <a:lnTo>
                  <a:pt x="53" y="2768"/>
                </a:lnTo>
                <a:lnTo>
                  <a:pt x="27" y="3167"/>
                </a:lnTo>
                <a:lnTo>
                  <a:pt x="0" y="3566"/>
                </a:lnTo>
                <a:lnTo>
                  <a:pt x="0" y="3938"/>
                </a:lnTo>
                <a:lnTo>
                  <a:pt x="27" y="4337"/>
                </a:lnTo>
                <a:lnTo>
                  <a:pt x="80" y="4710"/>
                </a:lnTo>
                <a:lnTo>
                  <a:pt x="160" y="5109"/>
                </a:lnTo>
                <a:lnTo>
                  <a:pt x="266" y="5481"/>
                </a:lnTo>
                <a:lnTo>
                  <a:pt x="399" y="5854"/>
                </a:lnTo>
                <a:lnTo>
                  <a:pt x="585" y="6200"/>
                </a:lnTo>
                <a:lnTo>
                  <a:pt x="851" y="6652"/>
                </a:lnTo>
                <a:lnTo>
                  <a:pt x="1144" y="7051"/>
                </a:lnTo>
                <a:lnTo>
                  <a:pt x="1463" y="7423"/>
                </a:lnTo>
                <a:lnTo>
                  <a:pt x="1836" y="7743"/>
                </a:lnTo>
                <a:lnTo>
                  <a:pt x="2235" y="8062"/>
                </a:lnTo>
                <a:lnTo>
                  <a:pt x="2660" y="8328"/>
                </a:lnTo>
                <a:lnTo>
                  <a:pt x="3113" y="8567"/>
                </a:lnTo>
                <a:lnTo>
                  <a:pt x="3565" y="8780"/>
                </a:lnTo>
                <a:lnTo>
                  <a:pt x="4044" y="8940"/>
                </a:lnTo>
                <a:lnTo>
                  <a:pt x="4549" y="9099"/>
                </a:lnTo>
                <a:lnTo>
                  <a:pt x="5055" y="9206"/>
                </a:lnTo>
                <a:lnTo>
                  <a:pt x="5587" y="9312"/>
                </a:lnTo>
                <a:lnTo>
                  <a:pt x="6092" y="9365"/>
                </a:lnTo>
                <a:lnTo>
                  <a:pt x="6624" y="9392"/>
                </a:lnTo>
                <a:lnTo>
                  <a:pt x="7662" y="9392"/>
                </a:lnTo>
                <a:lnTo>
                  <a:pt x="8167" y="9339"/>
                </a:lnTo>
                <a:lnTo>
                  <a:pt x="8673" y="9286"/>
                </a:lnTo>
                <a:lnTo>
                  <a:pt x="9684" y="9099"/>
                </a:lnTo>
                <a:lnTo>
                  <a:pt x="10695" y="8913"/>
                </a:lnTo>
                <a:lnTo>
                  <a:pt x="11679" y="8647"/>
                </a:lnTo>
                <a:lnTo>
                  <a:pt x="13701" y="8168"/>
                </a:lnTo>
                <a:lnTo>
                  <a:pt x="14685" y="7929"/>
                </a:lnTo>
                <a:lnTo>
                  <a:pt x="15696" y="7743"/>
                </a:lnTo>
                <a:lnTo>
                  <a:pt x="16202" y="7689"/>
                </a:lnTo>
                <a:lnTo>
                  <a:pt x="16734" y="7636"/>
                </a:lnTo>
                <a:lnTo>
                  <a:pt x="17266" y="7610"/>
                </a:lnTo>
                <a:lnTo>
                  <a:pt x="17771" y="7583"/>
                </a:lnTo>
                <a:lnTo>
                  <a:pt x="18303" y="7610"/>
                </a:lnTo>
                <a:lnTo>
                  <a:pt x="18809" y="7636"/>
                </a:lnTo>
                <a:lnTo>
                  <a:pt x="19341" y="7716"/>
                </a:lnTo>
                <a:lnTo>
                  <a:pt x="19846" y="7796"/>
                </a:lnTo>
                <a:lnTo>
                  <a:pt x="20352" y="7902"/>
                </a:lnTo>
                <a:lnTo>
                  <a:pt x="20831" y="8062"/>
                </a:lnTo>
                <a:lnTo>
                  <a:pt x="21310" y="8248"/>
                </a:lnTo>
                <a:lnTo>
                  <a:pt x="21762" y="8461"/>
                </a:lnTo>
                <a:lnTo>
                  <a:pt x="22187" y="8700"/>
                </a:lnTo>
                <a:lnTo>
                  <a:pt x="22613" y="8993"/>
                </a:lnTo>
                <a:lnTo>
                  <a:pt x="22986" y="9286"/>
                </a:lnTo>
                <a:lnTo>
                  <a:pt x="23358" y="9658"/>
                </a:lnTo>
                <a:lnTo>
                  <a:pt x="23651" y="10004"/>
                </a:lnTo>
                <a:lnTo>
                  <a:pt x="23917" y="10350"/>
                </a:lnTo>
                <a:lnTo>
                  <a:pt x="24156" y="10722"/>
                </a:lnTo>
                <a:lnTo>
                  <a:pt x="24369" y="11121"/>
                </a:lnTo>
                <a:lnTo>
                  <a:pt x="24555" y="11520"/>
                </a:lnTo>
                <a:lnTo>
                  <a:pt x="24715" y="11946"/>
                </a:lnTo>
                <a:lnTo>
                  <a:pt x="24874" y="12372"/>
                </a:lnTo>
                <a:lnTo>
                  <a:pt x="25007" y="12797"/>
                </a:lnTo>
                <a:lnTo>
                  <a:pt x="25247" y="13675"/>
                </a:lnTo>
                <a:lnTo>
                  <a:pt x="25433" y="14580"/>
                </a:lnTo>
                <a:lnTo>
                  <a:pt x="25646" y="15484"/>
                </a:lnTo>
                <a:lnTo>
                  <a:pt x="25859" y="16389"/>
                </a:lnTo>
                <a:lnTo>
                  <a:pt x="25965" y="16814"/>
                </a:lnTo>
                <a:lnTo>
                  <a:pt x="26098" y="17267"/>
                </a:lnTo>
                <a:lnTo>
                  <a:pt x="26258" y="17719"/>
                </a:lnTo>
                <a:lnTo>
                  <a:pt x="26417" y="18145"/>
                </a:lnTo>
                <a:lnTo>
                  <a:pt x="26630" y="18570"/>
                </a:lnTo>
                <a:lnTo>
                  <a:pt x="26843" y="18996"/>
                </a:lnTo>
                <a:lnTo>
                  <a:pt x="27056" y="19395"/>
                </a:lnTo>
                <a:lnTo>
                  <a:pt x="27322" y="19767"/>
                </a:lnTo>
                <a:lnTo>
                  <a:pt x="27588" y="20140"/>
                </a:lnTo>
                <a:lnTo>
                  <a:pt x="27881" y="20459"/>
                </a:lnTo>
                <a:lnTo>
                  <a:pt x="28200" y="20778"/>
                </a:lnTo>
                <a:lnTo>
                  <a:pt x="28546" y="21044"/>
                </a:lnTo>
                <a:lnTo>
                  <a:pt x="28918" y="21284"/>
                </a:lnTo>
                <a:lnTo>
                  <a:pt x="29291" y="21470"/>
                </a:lnTo>
                <a:lnTo>
                  <a:pt x="29716" y="21630"/>
                </a:lnTo>
                <a:lnTo>
                  <a:pt x="30142" y="21736"/>
                </a:lnTo>
                <a:lnTo>
                  <a:pt x="30514" y="21763"/>
                </a:lnTo>
                <a:lnTo>
                  <a:pt x="30887" y="21789"/>
                </a:lnTo>
                <a:lnTo>
                  <a:pt x="31259" y="21763"/>
                </a:lnTo>
                <a:lnTo>
                  <a:pt x="31632" y="21683"/>
                </a:lnTo>
                <a:lnTo>
                  <a:pt x="31978" y="21603"/>
                </a:lnTo>
                <a:lnTo>
                  <a:pt x="32350" y="21470"/>
                </a:lnTo>
                <a:lnTo>
                  <a:pt x="32696" y="21310"/>
                </a:lnTo>
                <a:lnTo>
                  <a:pt x="33042" y="21151"/>
                </a:lnTo>
                <a:lnTo>
                  <a:pt x="33361" y="20938"/>
                </a:lnTo>
                <a:lnTo>
                  <a:pt x="33680" y="20725"/>
                </a:lnTo>
                <a:lnTo>
                  <a:pt x="33999" y="20486"/>
                </a:lnTo>
                <a:lnTo>
                  <a:pt x="34292" y="20246"/>
                </a:lnTo>
                <a:lnTo>
                  <a:pt x="34585" y="19980"/>
                </a:lnTo>
                <a:lnTo>
                  <a:pt x="34851" y="19688"/>
                </a:lnTo>
                <a:lnTo>
                  <a:pt x="35117" y="19395"/>
                </a:lnTo>
                <a:lnTo>
                  <a:pt x="35356" y="19102"/>
                </a:lnTo>
                <a:lnTo>
                  <a:pt x="35809" y="18490"/>
                </a:lnTo>
                <a:lnTo>
                  <a:pt x="36261" y="17852"/>
                </a:lnTo>
                <a:lnTo>
                  <a:pt x="37112" y="16575"/>
                </a:lnTo>
                <a:lnTo>
                  <a:pt x="37538" y="15936"/>
                </a:lnTo>
                <a:lnTo>
                  <a:pt x="37990" y="15298"/>
                </a:lnTo>
                <a:lnTo>
                  <a:pt x="38469" y="14713"/>
                </a:lnTo>
                <a:lnTo>
                  <a:pt x="38708" y="14447"/>
                </a:lnTo>
                <a:lnTo>
                  <a:pt x="38974" y="14154"/>
                </a:lnTo>
                <a:lnTo>
                  <a:pt x="39427" y="13782"/>
                </a:lnTo>
                <a:lnTo>
                  <a:pt x="39906" y="13409"/>
                </a:lnTo>
                <a:lnTo>
                  <a:pt x="40438" y="13116"/>
                </a:lnTo>
                <a:lnTo>
                  <a:pt x="40996" y="12850"/>
                </a:lnTo>
                <a:lnTo>
                  <a:pt x="4099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9"/>
          <p:cNvSpPr/>
          <p:nvPr/>
        </p:nvSpPr>
        <p:spPr>
          <a:xfrm rot="10800000" flipH="1">
            <a:off x="6307580" y="4253414"/>
            <a:ext cx="3294097" cy="912268"/>
          </a:xfrm>
          <a:custGeom>
            <a:avLst/>
            <a:gdLst/>
            <a:ahLst/>
            <a:cxnLst/>
            <a:rect l="l" t="t" r="r" b="b"/>
            <a:pathLst>
              <a:path w="50148" h="13888" extrusionOk="0">
                <a:moveTo>
                  <a:pt x="0" y="0"/>
                </a:moveTo>
                <a:lnTo>
                  <a:pt x="53" y="426"/>
                </a:lnTo>
                <a:lnTo>
                  <a:pt x="133" y="825"/>
                </a:lnTo>
                <a:lnTo>
                  <a:pt x="319" y="1596"/>
                </a:lnTo>
                <a:lnTo>
                  <a:pt x="585" y="2368"/>
                </a:lnTo>
                <a:lnTo>
                  <a:pt x="905" y="3139"/>
                </a:lnTo>
                <a:lnTo>
                  <a:pt x="1277" y="3858"/>
                </a:lnTo>
                <a:lnTo>
                  <a:pt x="1703" y="4549"/>
                </a:lnTo>
                <a:lnTo>
                  <a:pt x="2155" y="5241"/>
                </a:lnTo>
                <a:lnTo>
                  <a:pt x="2687" y="5880"/>
                </a:lnTo>
                <a:lnTo>
                  <a:pt x="3246" y="6465"/>
                </a:lnTo>
                <a:lnTo>
                  <a:pt x="3831" y="7023"/>
                </a:lnTo>
                <a:lnTo>
                  <a:pt x="4470" y="7529"/>
                </a:lnTo>
                <a:lnTo>
                  <a:pt x="5135" y="7981"/>
                </a:lnTo>
                <a:lnTo>
                  <a:pt x="5480" y="8194"/>
                </a:lnTo>
                <a:lnTo>
                  <a:pt x="5853" y="8380"/>
                </a:lnTo>
                <a:lnTo>
                  <a:pt x="6225" y="8566"/>
                </a:lnTo>
                <a:lnTo>
                  <a:pt x="6598" y="8726"/>
                </a:lnTo>
                <a:lnTo>
                  <a:pt x="6970" y="8886"/>
                </a:lnTo>
                <a:lnTo>
                  <a:pt x="7343" y="9019"/>
                </a:lnTo>
                <a:lnTo>
                  <a:pt x="7742" y="9125"/>
                </a:lnTo>
                <a:lnTo>
                  <a:pt x="8141" y="9232"/>
                </a:lnTo>
                <a:lnTo>
                  <a:pt x="8699" y="9365"/>
                </a:lnTo>
                <a:lnTo>
                  <a:pt x="9285" y="9444"/>
                </a:lnTo>
                <a:lnTo>
                  <a:pt x="9843" y="9498"/>
                </a:lnTo>
                <a:lnTo>
                  <a:pt x="10402" y="9524"/>
                </a:lnTo>
                <a:lnTo>
                  <a:pt x="11546" y="9524"/>
                </a:lnTo>
                <a:lnTo>
                  <a:pt x="12131" y="9498"/>
                </a:lnTo>
                <a:lnTo>
                  <a:pt x="12717" y="9444"/>
                </a:lnTo>
                <a:lnTo>
                  <a:pt x="13861" y="9285"/>
                </a:lnTo>
                <a:lnTo>
                  <a:pt x="15005" y="9099"/>
                </a:lnTo>
                <a:lnTo>
                  <a:pt x="16175" y="8859"/>
                </a:lnTo>
                <a:lnTo>
                  <a:pt x="17319" y="8593"/>
                </a:lnTo>
                <a:lnTo>
                  <a:pt x="18463" y="8354"/>
                </a:lnTo>
                <a:lnTo>
                  <a:pt x="19634" y="8114"/>
                </a:lnTo>
                <a:lnTo>
                  <a:pt x="20778" y="7875"/>
                </a:lnTo>
                <a:lnTo>
                  <a:pt x="21948" y="7715"/>
                </a:lnTo>
                <a:lnTo>
                  <a:pt x="22533" y="7662"/>
                </a:lnTo>
                <a:lnTo>
                  <a:pt x="23092" y="7609"/>
                </a:lnTo>
                <a:lnTo>
                  <a:pt x="23677" y="7582"/>
                </a:lnTo>
                <a:lnTo>
                  <a:pt x="24236" y="7556"/>
                </a:lnTo>
                <a:lnTo>
                  <a:pt x="24821" y="7582"/>
                </a:lnTo>
                <a:lnTo>
                  <a:pt x="25407" y="7609"/>
                </a:lnTo>
                <a:lnTo>
                  <a:pt x="25965" y="7662"/>
                </a:lnTo>
                <a:lnTo>
                  <a:pt x="26551" y="7768"/>
                </a:lnTo>
                <a:lnTo>
                  <a:pt x="27242" y="7901"/>
                </a:lnTo>
                <a:lnTo>
                  <a:pt x="27907" y="8088"/>
                </a:lnTo>
                <a:lnTo>
                  <a:pt x="28572" y="8327"/>
                </a:lnTo>
                <a:lnTo>
                  <a:pt x="29238" y="8566"/>
                </a:lnTo>
                <a:lnTo>
                  <a:pt x="29876" y="8859"/>
                </a:lnTo>
                <a:lnTo>
                  <a:pt x="30515" y="9152"/>
                </a:lnTo>
                <a:lnTo>
                  <a:pt x="31153" y="9471"/>
                </a:lnTo>
                <a:lnTo>
                  <a:pt x="31791" y="9817"/>
                </a:lnTo>
                <a:lnTo>
                  <a:pt x="33042" y="10509"/>
                </a:lnTo>
                <a:lnTo>
                  <a:pt x="34292" y="11227"/>
                </a:lnTo>
                <a:lnTo>
                  <a:pt x="35543" y="11919"/>
                </a:lnTo>
                <a:lnTo>
                  <a:pt x="36154" y="12238"/>
                </a:lnTo>
                <a:lnTo>
                  <a:pt x="36820" y="12557"/>
                </a:lnTo>
                <a:lnTo>
                  <a:pt x="37458" y="12850"/>
                </a:lnTo>
                <a:lnTo>
                  <a:pt x="38150" y="13116"/>
                </a:lnTo>
                <a:lnTo>
                  <a:pt x="38841" y="13329"/>
                </a:lnTo>
                <a:lnTo>
                  <a:pt x="39560" y="13541"/>
                </a:lnTo>
                <a:lnTo>
                  <a:pt x="40251" y="13674"/>
                </a:lnTo>
                <a:lnTo>
                  <a:pt x="40996" y="13807"/>
                </a:lnTo>
                <a:lnTo>
                  <a:pt x="41715" y="13861"/>
                </a:lnTo>
                <a:lnTo>
                  <a:pt x="42433" y="13887"/>
                </a:lnTo>
                <a:lnTo>
                  <a:pt x="43125" y="13861"/>
                </a:lnTo>
                <a:lnTo>
                  <a:pt x="43816" y="13781"/>
                </a:lnTo>
                <a:lnTo>
                  <a:pt x="44508" y="13621"/>
                </a:lnTo>
                <a:lnTo>
                  <a:pt x="44827" y="13541"/>
                </a:lnTo>
                <a:lnTo>
                  <a:pt x="45147" y="13435"/>
                </a:lnTo>
                <a:lnTo>
                  <a:pt x="45466" y="13302"/>
                </a:lnTo>
                <a:lnTo>
                  <a:pt x="45758" y="13169"/>
                </a:lnTo>
                <a:lnTo>
                  <a:pt x="46078" y="13009"/>
                </a:lnTo>
                <a:lnTo>
                  <a:pt x="46344" y="12823"/>
                </a:lnTo>
                <a:lnTo>
                  <a:pt x="46636" y="12637"/>
                </a:lnTo>
                <a:lnTo>
                  <a:pt x="46902" y="12424"/>
                </a:lnTo>
                <a:lnTo>
                  <a:pt x="47168" y="12185"/>
                </a:lnTo>
                <a:lnTo>
                  <a:pt x="47408" y="11945"/>
                </a:lnTo>
                <a:lnTo>
                  <a:pt x="47780" y="11519"/>
                </a:lnTo>
                <a:lnTo>
                  <a:pt x="48073" y="11094"/>
                </a:lnTo>
                <a:lnTo>
                  <a:pt x="48366" y="10615"/>
                </a:lnTo>
                <a:lnTo>
                  <a:pt x="48578" y="10136"/>
                </a:lnTo>
                <a:lnTo>
                  <a:pt x="48791" y="9657"/>
                </a:lnTo>
                <a:lnTo>
                  <a:pt x="48951" y="9125"/>
                </a:lnTo>
                <a:lnTo>
                  <a:pt x="49110" y="8620"/>
                </a:lnTo>
                <a:lnTo>
                  <a:pt x="49217" y="8061"/>
                </a:lnTo>
                <a:lnTo>
                  <a:pt x="49323" y="7529"/>
                </a:lnTo>
                <a:lnTo>
                  <a:pt x="49377" y="6970"/>
                </a:lnTo>
                <a:lnTo>
                  <a:pt x="49510" y="5853"/>
                </a:lnTo>
                <a:lnTo>
                  <a:pt x="49563" y="4736"/>
                </a:lnTo>
                <a:lnTo>
                  <a:pt x="49616" y="3618"/>
                </a:lnTo>
                <a:lnTo>
                  <a:pt x="49696" y="2714"/>
                </a:lnTo>
                <a:lnTo>
                  <a:pt x="49802" y="1809"/>
                </a:lnTo>
                <a:lnTo>
                  <a:pt x="49935" y="905"/>
                </a:lnTo>
                <a:lnTo>
                  <a:pt x="50042" y="452"/>
                </a:lnTo>
                <a:lnTo>
                  <a:pt x="501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9"/>
          <p:cNvSpPr/>
          <p:nvPr/>
        </p:nvSpPr>
        <p:spPr>
          <a:xfrm rot="10800000">
            <a:off x="-457677" y="-56495"/>
            <a:ext cx="2416656" cy="766395"/>
          </a:xfrm>
          <a:custGeom>
            <a:avLst/>
            <a:gdLst/>
            <a:ahLst/>
            <a:cxnLst/>
            <a:rect l="l" t="t" r="r" b="b"/>
            <a:pathLst>
              <a:path w="55709" h="17666" extrusionOk="0">
                <a:moveTo>
                  <a:pt x="38576" y="0"/>
                </a:moveTo>
                <a:lnTo>
                  <a:pt x="37990" y="27"/>
                </a:lnTo>
                <a:lnTo>
                  <a:pt x="37432" y="80"/>
                </a:lnTo>
                <a:lnTo>
                  <a:pt x="36846" y="187"/>
                </a:lnTo>
                <a:lnTo>
                  <a:pt x="36288" y="320"/>
                </a:lnTo>
                <a:lnTo>
                  <a:pt x="35729" y="479"/>
                </a:lnTo>
                <a:lnTo>
                  <a:pt x="35170" y="665"/>
                </a:lnTo>
                <a:lnTo>
                  <a:pt x="34638" y="878"/>
                </a:lnTo>
                <a:lnTo>
                  <a:pt x="34106" y="1118"/>
                </a:lnTo>
                <a:lnTo>
                  <a:pt x="33574" y="1384"/>
                </a:lnTo>
                <a:lnTo>
                  <a:pt x="33042" y="1676"/>
                </a:lnTo>
                <a:lnTo>
                  <a:pt x="32563" y="1996"/>
                </a:lnTo>
                <a:lnTo>
                  <a:pt x="32058" y="2315"/>
                </a:lnTo>
                <a:lnTo>
                  <a:pt x="31606" y="2661"/>
                </a:lnTo>
                <a:lnTo>
                  <a:pt x="31127" y="3007"/>
                </a:lnTo>
                <a:lnTo>
                  <a:pt x="30249" y="3751"/>
                </a:lnTo>
                <a:lnTo>
                  <a:pt x="29397" y="4523"/>
                </a:lnTo>
                <a:lnTo>
                  <a:pt x="28546" y="5348"/>
                </a:lnTo>
                <a:lnTo>
                  <a:pt x="26923" y="7024"/>
                </a:lnTo>
                <a:lnTo>
                  <a:pt x="26125" y="7848"/>
                </a:lnTo>
                <a:lnTo>
                  <a:pt x="25300" y="8673"/>
                </a:lnTo>
                <a:lnTo>
                  <a:pt x="24449" y="9498"/>
                </a:lnTo>
                <a:lnTo>
                  <a:pt x="23571" y="10269"/>
                </a:lnTo>
                <a:lnTo>
                  <a:pt x="22667" y="11014"/>
                </a:lnTo>
                <a:lnTo>
                  <a:pt x="22188" y="11360"/>
                </a:lnTo>
                <a:lnTo>
                  <a:pt x="21709" y="11679"/>
                </a:lnTo>
                <a:lnTo>
                  <a:pt x="21230" y="11999"/>
                </a:lnTo>
                <a:lnTo>
                  <a:pt x="20725" y="12291"/>
                </a:lnTo>
                <a:lnTo>
                  <a:pt x="20219" y="12584"/>
                </a:lnTo>
                <a:lnTo>
                  <a:pt x="19714" y="12823"/>
                </a:lnTo>
                <a:lnTo>
                  <a:pt x="19182" y="13063"/>
                </a:lnTo>
                <a:lnTo>
                  <a:pt x="18650" y="13276"/>
                </a:lnTo>
                <a:lnTo>
                  <a:pt x="18091" y="13435"/>
                </a:lnTo>
                <a:lnTo>
                  <a:pt x="17532" y="13595"/>
                </a:lnTo>
                <a:lnTo>
                  <a:pt x="17107" y="13675"/>
                </a:lnTo>
                <a:lnTo>
                  <a:pt x="16681" y="13754"/>
                </a:lnTo>
                <a:lnTo>
                  <a:pt x="15830" y="13834"/>
                </a:lnTo>
                <a:lnTo>
                  <a:pt x="14952" y="13887"/>
                </a:lnTo>
                <a:lnTo>
                  <a:pt x="14074" y="13887"/>
                </a:lnTo>
                <a:lnTo>
                  <a:pt x="13222" y="13861"/>
                </a:lnTo>
                <a:lnTo>
                  <a:pt x="12344" y="13808"/>
                </a:lnTo>
                <a:lnTo>
                  <a:pt x="10615" y="13675"/>
                </a:lnTo>
                <a:lnTo>
                  <a:pt x="9737" y="13595"/>
                </a:lnTo>
                <a:lnTo>
                  <a:pt x="8859" y="13568"/>
                </a:lnTo>
                <a:lnTo>
                  <a:pt x="7981" y="13542"/>
                </a:lnTo>
                <a:lnTo>
                  <a:pt x="7104" y="13568"/>
                </a:lnTo>
                <a:lnTo>
                  <a:pt x="6252" y="13621"/>
                </a:lnTo>
                <a:lnTo>
                  <a:pt x="5827" y="13675"/>
                </a:lnTo>
                <a:lnTo>
                  <a:pt x="5401" y="13754"/>
                </a:lnTo>
                <a:lnTo>
                  <a:pt x="4975" y="13834"/>
                </a:lnTo>
                <a:lnTo>
                  <a:pt x="4550" y="13941"/>
                </a:lnTo>
                <a:lnTo>
                  <a:pt x="4151" y="14074"/>
                </a:lnTo>
                <a:lnTo>
                  <a:pt x="3725" y="14207"/>
                </a:lnTo>
                <a:lnTo>
                  <a:pt x="3140" y="14473"/>
                </a:lnTo>
                <a:lnTo>
                  <a:pt x="2554" y="14792"/>
                </a:lnTo>
                <a:lnTo>
                  <a:pt x="2022" y="15164"/>
                </a:lnTo>
                <a:lnTo>
                  <a:pt x="1490" y="15590"/>
                </a:lnTo>
                <a:lnTo>
                  <a:pt x="1251" y="15803"/>
                </a:lnTo>
                <a:lnTo>
                  <a:pt x="1038" y="16042"/>
                </a:lnTo>
                <a:lnTo>
                  <a:pt x="825" y="16308"/>
                </a:lnTo>
                <a:lnTo>
                  <a:pt x="639" y="16548"/>
                </a:lnTo>
                <a:lnTo>
                  <a:pt x="453" y="16814"/>
                </a:lnTo>
                <a:lnTo>
                  <a:pt x="293" y="17106"/>
                </a:lnTo>
                <a:lnTo>
                  <a:pt x="133" y="17373"/>
                </a:lnTo>
                <a:lnTo>
                  <a:pt x="0" y="17665"/>
                </a:lnTo>
                <a:lnTo>
                  <a:pt x="55708" y="17665"/>
                </a:lnTo>
                <a:lnTo>
                  <a:pt x="55070" y="17213"/>
                </a:lnTo>
                <a:lnTo>
                  <a:pt x="54458" y="16734"/>
                </a:lnTo>
                <a:lnTo>
                  <a:pt x="53873" y="16202"/>
                </a:lnTo>
                <a:lnTo>
                  <a:pt x="53288" y="15670"/>
                </a:lnTo>
                <a:lnTo>
                  <a:pt x="52755" y="15111"/>
                </a:lnTo>
                <a:lnTo>
                  <a:pt x="52223" y="14526"/>
                </a:lnTo>
                <a:lnTo>
                  <a:pt x="51745" y="13914"/>
                </a:lnTo>
                <a:lnTo>
                  <a:pt x="51292" y="13302"/>
                </a:lnTo>
                <a:lnTo>
                  <a:pt x="50680" y="12398"/>
                </a:lnTo>
                <a:lnTo>
                  <a:pt x="50148" y="11493"/>
                </a:lnTo>
                <a:lnTo>
                  <a:pt x="49616" y="10562"/>
                </a:lnTo>
                <a:lnTo>
                  <a:pt x="49137" y="9604"/>
                </a:lnTo>
                <a:lnTo>
                  <a:pt x="48153" y="7689"/>
                </a:lnTo>
                <a:lnTo>
                  <a:pt x="47648" y="6758"/>
                </a:lnTo>
                <a:lnTo>
                  <a:pt x="47115" y="5827"/>
                </a:lnTo>
                <a:lnTo>
                  <a:pt x="46530" y="4922"/>
                </a:lnTo>
                <a:lnTo>
                  <a:pt x="46211" y="4496"/>
                </a:lnTo>
                <a:lnTo>
                  <a:pt x="45892" y="4044"/>
                </a:lnTo>
                <a:lnTo>
                  <a:pt x="45546" y="3618"/>
                </a:lnTo>
                <a:lnTo>
                  <a:pt x="45200" y="3219"/>
                </a:lnTo>
                <a:lnTo>
                  <a:pt x="44828" y="2820"/>
                </a:lnTo>
                <a:lnTo>
                  <a:pt x="44455" y="2448"/>
                </a:lnTo>
                <a:lnTo>
                  <a:pt x="44056" y="2102"/>
                </a:lnTo>
                <a:lnTo>
                  <a:pt x="43630" y="1756"/>
                </a:lnTo>
                <a:lnTo>
                  <a:pt x="43205" y="1437"/>
                </a:lnTo>
                <a:lnTo>
                  <a:pt x="42779" y="1171"/>
                </a:lnTo>
                <a:lnTo>
                  <a:pt x="42300" y="905"/>
                </a:lnTo>
                <a:lnTo>
                  <a:pt x="41848" y="665"/>
                </a:lnTo>
                <a:lnTo>
                  <a:pt x="41342" y="479"/>
                </a:lnTo>
                <a:lnTo>
                  <a:pt x="40837" y="293"/>
                </a:lnTo>
                <a:lnTo>
                  <a:pt x="40278" y="160"/>
                </a:lnTo>
                <a:lnTo>
                  <a:pt x="39720" y="80"/>
                </a:lnTo>
                <a:lnTo>
                  <a:pt x="39134" y="27"/>
                </a:lnTo>
                <a:lnTo>
                  <a:pt x="385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9"/>
          <p:cNvSpPr/>
          <p:nvPr/>
        </p:nvSpPr>
        <p:spPr>
          <a:xfrm>
            <a:off x="-114027" y="4447030"/>
            <a:ext cx="2416656" cy="766395"/>
          </a:xfrm>
          <a:custGeom>
            <a:avLst/>
            <a:gdLst/>
            <a:ahLst/>
            <a:cxnLst/>
            <a:rect l="l" t="t" r="r" b="b"/>
            <a:pathLst>
              <a:path w="55709" h="17666" extrusionOk="0">
                <a:moveTo>
                  <a:pt x="38576" y="0"/>
                </a:moveTo>
                <a:lnTo>
                  <a:pt x="37990" y="27"/>
                </a:lnTo>
                <a:lnTo>
                  <a:pt x="37432" y="80"/>
                </a:lnTo>
                <a:lnTo>
                  <a:pt x="36846" y="187"/>
                </a:lnTo>
                <a:lnTo>
                  <a:pt x="36288" y="320"/>
                </a:lnTo>
                <a:lnTo>
                  <a:pt x="35729" y="479"/>
                </a:lnTo>
                <a:lnTo>
                  <a:pt x="35170" y="665"/>
                </a:lnTo>
                <a:lnTo>
                  <a:pt x="34638" y="878"/>
                </a:lnTo>
                <a:lnTo>
                  <a:pt x="34106" y="1118"/>
                </a:lnTo>
                <a:lnTo>
                  <a:pt x="33574" y="1384"/>
                </a:lnTo>
                <a:lnTo>
                  <a:pt x="33042" y="1676"/>
                </a:lnTo>
                <a:lnTo>
                  <a:pt x="32563" y="1996"/>
                </a:lnTo>
                <a:lnTo>
                  <a:pt x="32058" y="2315"/>
                </a:lnTo>
                <a:lnTo>
                  <a:pt x="31606" y="2661"/>
                </a:lnTo>
                <a:lnTo>
                  <a:pt x="31127" y="3007"/>
                </a:lnTo>
                <a:lnTo>
                  <a:pt x="30249" y="3751"/>
                </a:lnTo>
                <a:lnTo>
                  <a:pt x="29397" y="4523"/>
                </a:lnTo>
                <a:lnTo>
                  <a:pt x="28546" y="5348"/>
                </a:lnTo>
                <a:lnTo>
                  <a:pt x="26923" y="7024"/>
                </a:lnTo>
                <a:lnTo>
                  <a:pt x="26125" y="7848"/>
                </a:lnTo>
                <a:lnTo>
                  <a:pt x="25300" y="8673"/>
                </a:lnTo>
                <a:lnTo>
                  <a:pt x="24449" y="9498"/>
                </a:lnTo>
                <a:lnTo>
                  <a:pt x="23571" y="10269"/>
                </a:lnTo>
                <a:lnTo>
                  <a:pt x="22667" y="11014"/>
                </a:lnTo>
                <a:lnTo>
                  <a:pt x="22188" y="11360"/>
                </a:lnTo>
                <a:lnTo>
                  <a:pt x="21709" y="11679"/>
                </a:lnTo>
                <a:lnTo>
                  <a:pt x="21230" y="11999"/>
                </a:lnTo>
                <a:lnTo>
                  <a:pt x="20725" y="12291"/>
                </a:lnTo>
                <a:lnTo>
                  <a:pt x="20219" y="12584"/>
                </a:lnTo>
                <a:lnTo>
                  <a:pt x="19714" y="12823"/>
                </a:lnTo>
                <a:lnTo>
                  <a:pt x="19182" y="13063"/>
                </a:lnTo>
                <a:lnTo>
                  <a:pt x="18650" y="13276"/>
                </a:lnTo>
                <a:lnTo>
                  <a:pt x="18091" y="13435"/>
                </a:lnTo>
                <a:lnTo>
                  <a:pt x="17532" y="13595"/>
                </a:lnTo>
                <a:lnTo>
                  <a:pt x="17107" y="13675"/>
                </a:lnTo>
                <a:lnTo>
                  <a:pt x="16681" y="13754"/>
                </a:lnTo>
                <a:lnTo>
                  <a:pt x="15830" y="13834"/>
                </a:lnTo>
                <a:lnTo>
                  <a:pt x="14952" y="13887"/>
                </a:lnTo>
                <a:lnTo>
                  <a:pt x="14074" y="13887"/>
                </a:lnTo>
                <a:lnTo>
                  <a:pt x="13222" y="13861"/>
                </a:lnTo>
                <a:lnTo>
                  <a:pt x="12344" y="13808"/>
                </a:lnTo>
                <a:lnTo>
                  <a:pt x="10615" y="13675"/>
                </a:lnTo>
                <a:lnTo>
                  <a:pt x="9737" y="13595"/>
                </a:lnTo>
                <a:lnTo>
                  <a:pt x="8859" y="13568"/>
                </a:lnTo>
                <a:lnTo>
                  <a:pt x="7981" y="13542"/>
                </a:lnTo>
                <a:lnTo>
                  <a:pt x="7104" y="13568"/>
                </a:lnTo>
                <a:lnTo>
                  <a:pt x="6252" y="13621"/>
                </a:lnTo>
                <a:lnTo>
                  <a:pt x="5827" y="13675"/>
                </a:lnTo>
                <a:lnTo>
                  <a:pt x="5401" y="13754"/>
                </a:lnTo>
                <a:lnTo>
                  <a:pt x="4975" y="13834"/>
                </a:lnTo>
                <a:lnTo>
                  <a:pt x="4550" y="13941"/>
                </a:lnTo>
                <a:lnTo>
                  <a:pt x="4151" y="14074"/>
                </a:lnTo>
                <a:lnTo>
                  <a:pt x="3725" y="14207"/>
                </a:lnTo>
                <a:lnTo>
                  <a:pt x="3140" y="14473"/>
                </a:lnTo>
                <a:lnTo>
                  <a:pt x="2554" y="14792"/>
                </a:lnTo>
                <a:lnTo>
                  <a:pt x="2022" y="15164"/>
                </a:lnTo>
                <a:lnTo>
                  <a:pt x="1490" y="15590"/>
                </a:lnTo>
                <a:lnTo>
                  <a:pt x="1251" y="15803"/>
                </a:lnTo>
                <a:lnTo>
                  <a:pt x="1038" y="16042"/>
                </a:lnTo>
                <a:lnTo>
                  <a:pt x="825" y="16308"/>
                </a:lnTo>
                <a:lnTo>
                  <a:pt x="639" y="16548"/>
                </a:lnTo>
                <a:lnTo>
                  <a:pt x="453" y="16814"/>
                </a:lnTo>
                <a:lnTo>
                  <a:pt x="293" y="17106"/>
                </a:lnTo>
                <a:lnTo>
                  <a:pt x="133" y="17373"/>
                </a:lnTo>
                <a:lnTo>
                  <a:pt x="0" y="17665"/>
                </a:lnTo>
                <a:lnTo>
                  <a:pt x="55708" y="17665"/>
                </a:lnTo>
                <a:lnTo>
                  <a:pt x="55070" y="17213"/>
                </a:lnTo>
                <a:lnTo>
                  <a:pt x="54458" y="16734"/>
                </a:lnTo>
                <a:lnTo>
                  <a:pt x="53873" y="16202"/>
                </a:lnTo>
                <a:lnTo>
                  <a:pt x="53288" y="15670"/>
                </a:lnTo>
                <a:lnTo>
                  <a:pt x="52755" y="15111"/>
                </a:lnTo>
                <a:lnTo>
                  <a:pt x="52223" y="14526"/>
                </a:lnTo>
                <a:lnTo>
                  <a:pt x="51745" y="13914"/>
                </a:lnTo>
                <a:lnTo>
                  <a:pt x="51292" y="13302"/>
                </a:lnTo>
                <a:lnTo>
                  <a:pt x="50680" y="12398"/>
                </a:lnTo>
                <a:lnTo>
                  <a:pt x="50148" y="11493"/>
                </a:lnTo>
                <a:lnTo>
                  <a:pt x="49616" y="10562"/>
                </a:lnTo>
                <a:lnTo>
                  <a:pt x="49137" y="9604"/>
                </a:lnTo>
                <a:lnTo>
                  <a:pt x="48153" y="7689"/>
                </a:lnTo>
                <a:lnTo>
                  <a:pt x="47648" y="6758"/>
                </a:lnTo>
                <a:lnTo>
                  <a:pt x="47115" y="5827"/>
                </a:lnTo>
                <a:lnTo>
                  <a:pt x="46530" y="4922"/>
                </a:lnTo>
                <a:lnTo>
                  <a:pt x="46211" y="4496"/>
                </a:lnTo>
                <a:lnTo>
                  <a:pt x="45892" y="4044"/>
                </a:lnTo>
                <a:lnTo>
                  <a:pt x="45546" y="3618"/>
                </a:lnTo>
                <a:lnTo>
                  <a:pt x="45200" y="3219"/>
                </a:lnTo>
                <a:lnTo>
                  <a:pt x="44828" y="2820"/>
                </a:lnTo>
                <a:lnTo>
                  <a:pt x="44455" y="2448"/>
                </a:lnTo>
                <a:lnTo>
                  <a:pt x="44056" y="2102"/>
                </a:lnTo>
                <a:lnTo>
                  <a:pt x="43630" y="1756"/>
                </a:lnTo>
                <a:lnTo>
                  <a:pt x="43205" y="1437"/>
                </a:lnTo>
                <a:lnTo>
                  <a:pt x="42779" y="1171"/>
                </a:lnTo>
                <a:lnTo>
                  <a:pt x="42300" y="905"/>
                </a:lnTo>
                <a:lnTo>
                  <a:pt x="41848" y="665"/>
                </a:lnTo>
                <a:lnTo>
                  <a:pt x="41342" y="479"/>
                </a:lnTo>
                <a:lnTo>
                  <a:pt x="40837" y="293"/>
                </a:lnTo>
                <a:lnTo>
                  <a:pt x="40278" y="160"/>
                </a:lnTo>
                <a:lnTo>
                  <a:pt x="39720" y="80"/>
                </a:lnTo>
                <a:lnTo>
                  <a:pt x="39134" y="27"/>
                </a:lnTo>
                <a:lnTo>
                  <a:pt x="385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>
            <a:spLocks noGrp="1"/>
          </p:cNvSpPr>
          <p:nvPr>
            <p:ph type="title"/>
          </p:nvPr>
        </p:nvSpPr>
        <p:spPr>
          <a:xfrm>
            <a:off x="3847075" y="3592925"/>
            <a:ext cx="4583700" cy="1006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1513337" y="1486325"/>
            <a:ext cx="28539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 u="sng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2"/>
          </p:nvPr>
        </p:nvSpPr>
        <p:spPr>
          <a:xfrm flipH="1">
            <a:off x="5528112" y="1486325"/>
            <a:ext cx="28542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 u="sng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3" hasCustomPrompt="1"/>
          </p:nvPr>
        </p:nvSpPr>
        <p:spPr>
          <a:xfrm>
            <a:off x="761688" y="1486772"/>
            <a:ext cx="759000" cy="36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title" idx="4" hasCustomPrompt="1"/>
          </p:nvPr>
        </p:nvSpPr>
        <p:spPr>
          <a:xfrm flipH="1">
            <a:off x="4688568" y="1486772"/>
            <a:ext cx="759000" cy="364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5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6"/>
          </p:nvPr>
        </p:nvSpPr>
        <p:spPr>
          <a:xfrm>
            <a:off x="1513337" y="2553468"/>
            <a:ext cx="28539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 u="sng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7"/>
          </p:nvPr>
        </p:nvSpPr>
        <p:spPr>
          <a:xfrm flipH="1">
            <a:off x="5528112" y="2553468"/>
            <a:ext cx="28542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 u="sng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8" hasCustomPrompt="1"/>
          </p:nvPr>
        </p:nvSpPr>
        <p:spPr>
          <a:xfrm>
            <a:off x="761688" y="2553461"/>
            <a:ext cx="7590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9" hasCustomPrompt="1"/>
          </p:nvPr>
        </p:nvSpPr>
        <p:spPr>
          <a:xfrm flipH="1">
            <a:off x="4688568" y="2553461"/>
            <a:ext cx="7590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3"/>
          </p:nvPr>
        </p:nvSpPr>
        <p:spPr>
          <a:xfrm>
            <a:off x="1513337" y="3614125"/>
            <a:ext cx="28539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 u="sng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14"/>
          </p:nvPr>
        </p:nvSpPr>
        <p:spPr>
          <a:xfrm flipH="1">
            <a:off x="5528112" y="3614125"/>
            <a:ext cx="28542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 u="sng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5" hasCustomPrompt="1"/>
          </p:nvPr>
        </p:nvSpPr>
        <p:spPr>
          <a:xfrm>
            <a:off x="761688" y="3614113"/>
            <a:ext cx="7590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16" hasCustomPrompt="1"/>
          </p:nvPr>
        </p:nvSpPr>
        <p:spPr>
          <a:xfrm flipH="1">
            <a:off x="4688568" y="3614113"/>
            <a:ext cx="759000" cy="365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/>
          <p:nvPr/>
        </p:nvSpPr>
        <p:spPr>
          <a:xfrm rot="-5400000">
            <a:off x="7557201" y="825130"/>
            <a:ext cx="2416656" cy="766395"/>
          </a:xfrm>
          <a:custGeom>
            <a:avLst/>
            <a:gdLst/>
            <a:ahLst/>
            <a:cxnLst/>
            <a:rect l="l" t="t" r="r" b="b"/>
            <a:pathLst>
              <a:path w="55709" h="17666" extrusionOk="0">
                <a:moveTo>
                  <a:pt x="38576" y="0"/>
                </a:moveTo>
                <a:lnTo>
                  <a:pt x="37990" y="27"/>
                </a:lnTo>
                <a:lnTo>
                  <a:pt x="37432" y="80"/>
                </a:lnTo>
                <a:lnTo>
                  <a:pt x="36846" y="187"/>
                </a:lnTo>
                <a:lnTo>
                  <a:pt x="36288" y="320"/>
                </a:lnTo>
                <a:lnTo>
                  <a:pt x="35729" y="479"/>
                </a:lnTo>
                <a:lnTo>
                  <a:pt x="35170" y="665"/>
                </a:lnTo>
                <a:lnTo>
                  <a:pt x="34638" y="878"/>
                </a:lnTo>
                <a:lnTo>
                  <a:pt x="34106" y="1118"/>
                </a:lnTo>
                <a:lnTo>
                  <a:pt x="33574" y="1384"/>
                </a:lnTo>
                <a:lnTo>
                  <a:pt x="33042" y="1676"/>
                </a:lnTo>
                <a:lnTo>
                  <a:pt x="32563" y="1996"/>
                </a:lnTo>
                <a:lnTo>
                  <a:pt x="32058" y="2315"/>
                </a:lnTo>
                <a:lnTo>
                  <a:pt x="31606" y="2661"/>
                </a:lnTo>
                <a:lnTo>
                  <a:pt x="31127" y="3007"/>
                </a:lnTo>
                <a:lnTo>
                  <a:pt x="30249" y="3751"/>
                </a:lnTo>
                <a:lnTo>
                  <a:pt x="29397" y="4523"/>
                </a:lnTo>
                <a:lnTo>
                  <a:pt x="28546" y="5348"/>
                </a:lnTo>
                <a:lnTo>
                  <a:pt x="26923" y="7024"/>
                </a:lnTo>
                <a:lnTo>
                  <a:pt x="26125" y="7848"/>
                </a:lnTo>
                <a:lnTo>
                  <a:pt x="25300" y="8673"/>
                </a:lnTo>
                <a:lnTo>
                  <a:pt x="24449" y="9498"/>
                </a:lnTo>
                <a:lnTo>
                  <a:pt x="23571" y="10269"/>
                </a:lnTo>
                <a:lnTo>
                  <a:pt x="22667" y="11014"/>
                </a:lnTo>
                <a:lnTo>
                  <a:pt x="22188" y="11360"/>
                </a:lnTo>
                <a:lnTo>
                  <a:pt x="21709" y="11679"/>
                </a:lnTo>
                <a:lnTo>
                  <a:pt x="21230" y="11999"/>
                </a:lnTo>
                <a:lnTo>
                  <a:pt x="20725" y="12291"/>
                </a:lnTo>
                <a:lnTo>
                  <a:pt x="20219" y="12584"/>
                </a:lnTo>
                <a:lnTo>
                  <a:pt x="19714" y="12823"/>
                </a:lnTo>
                <a:lnTo>
                  <a:pt x="19182" y="13063"/>
                </a:lnTo>
                <a:lnTo>
                  <a:pt x="18650" y="13276"/>
                </a:lnTo>
                <a:lnTo>
                  <a:pt x="18091" y="13435"/>
                </a:lnTo>
                <a:lnTo>
                  <a:pt x="17532" y="13595"/>
                </a:lnTo>
                <a:lnTo>
                  <a:pt x="17107" y="13675"/>
                </a:lnTo>
                <a:lnTo>
                  <a:pt x="16681" y="13754"/>
                </a:lnTo>
                <a:lnTo>
                  <a:pt x="15830" y="13834"/>
                </a:lnTo>
                <a:lnTo>
                  <a:pt x="14952" y="13887"/>
                </a:lnTo>
                <a:lnTo>
                  <a:pt x="14074" y="13887"/>
                </a:lnTo>
                <a:lnTo>
                  <a:pt x="13222" y="13861"/>
                </a:lnTo>
                <a:lnTo>
                  <a:pt x="12344" y="13808"/>
                </a:lnTo>
                <a:lnTo>
                  <a:pt x="10615" y="13675"/>
                </a:lnTo>
                <a:lnTo>
                  <a:pt x="9737" y="13595"/>
                </a:lnTo>
                <a:lnTo>
                  <a:pt x="8859" y="13568"/>
                </a:lnTo>
                <a:lnTo>
                  <a:pt x="7981" y="13542"/>
                </a:lnTo>
                <a:lnTo>
                  <a:pt x="7104" y="13568"/>
                </a:lnTo>
                <a:lnTo>
                  <a:pt x="6252" y="13621"/>
                </a:lnTo>
                <a:lnTo>
                  <a:pt x="5827" y="13675"/>
                </a:lnTo>
                <a:lnTo>
                  <a:pt x="5401" y="13754"/>
                </a:lnTo>
                <a:lnTo>
                  <a:pt x="4975" y="13834"/>
                </a:lnTo>
                <a:lnTo>
                  <a:pt x="4550" y="13941"/>
                </a:lnTo>
                <a:lnTo>
                  <a:pt x="4151" y="14074"/>
                </a:lnTo>
                <a:lnTo>
                  <a:pt x="3725" y="14207"/>
                </a:lnTo>
                <a:lnTo>
                  <a:pt x="3140" y="14473"/>
                </a:lnTo>
                <a:lnTo>
                  <a:pt x="2554" y="14792"/>
                </a:lnTo>
                <a:lnTo>
                  <a:pt x="2022" y="15164"/>
                </a:lnTo>
                <a:lnTo>
                  <a:pt x="1490" y="15590"/>
                </a:lnTo>
                <a:lnTo>
                  <a:pt x="1251" y="15803"/>
                </a:lnTo>
                <a:lnTo>
                  <a:pt x="1038" y="16042"/>
                </a:lnTo>
                <a:lnTo>
                  <a:pt x="825" y="16308"/>
                </a:lnTo>
                <a:lnTo>
                  <a:pt x="639" y="16548"/>
                </a:lnTo>
                <a:lnTo>
                  <a:pt x="453" y="16814"/>
                </a:lnTo>
                <a:lnTo>
                  <a:pt x="293" y="17106"/>
                </a:lnTo>
                <a:lnTo>
                  <a:pt x="133" y="17373"/>
                </a:lnTo>
                <a:lnTo>
                  <a:pt x="0" y="17665"/>
                </a:lnTo>
                <a:lnTo>
                  <a:pt x="55708" y="17665"/>
                </a:lnTo>
                <a:lnTo>
                  <a:pt x="55070" y="17213"/>
                </a:lnTo>
                <a:lnTo>
                  <a:pt x="54458" y="16734"/>
                </a:lnTo>
                <a:lnTo>
                  <a:pt x="53873" y="16202"/>
                </a:lnTo>
                <a:lnTo>
                  <a:pt x="53288" y="15670"/>
                </a:lnTo>
                <a:lnTo>
                  <a:pt x="52755" y="15111"/>
                </a:lnTo>
                <a:lnTo>
                  <a:pt x="52223" y="14526"/>
                </a:lnTo>
                <a:lnTo>
                  <a:pt x="51745" y="13914"/>
                </a:lnTo>
                <a:lnTo>
                  <a:pt x="51292" y="13302"/>
                </a:lnTo>
                <a:lnTo>
                  <a:pt x="50680" y="12398"/>
                </a:lnTo>
                <a:lnTo>
                  <a:pt x="50148" y="11493"/>
                </a:lnTo>
                <a:lnTo>
                  <a:pt x="49616" y="10562"/>
                </a:lnTo>
                <a:lnTo>
                  <a:pt x="49137" y="9604"/>
                </a:lnTo>
                <a:lnTo>
                  <a:pt x="48153" y="7689"/>
                </a:lnTo>
                <a:lnTo>
                  <a:pt x="47648" y="6758"/>
                </a:lnTo>
                <a:lnTo>
                  <a:pt x="47115" y="5827"/>
                </a:lnTo>
                <a:lnTo>
                  <a:pt x="46530" y="4922"/>
                </a:lnTo>
                <a:lnTo>
                  <a:pt x="46211" y="4496"/>
                </a:lnTo>
                <a:lnTo>
                  <a:pt x="45892" y="4044"/>
                </a:lnTo>
                <a:lnTo>
                  <a:pt x="45546" y="3618"/>
                </a:lnTo>
                <a:lnTo>
                  <a:pt x="45200" y="3219"/>
                </a:lnTo>
                <a:lnTo>
                  <a:pt x="44828" y="2820"/>
                </a:lnTo>
                <a:lnTo>
                  <a:pt x="44455" y="2448"/>
                </a:lnTo>
                <a:lnTo>
                  <a:pt x="44056" y="2102"/>
                </a:lnTo>
                <a:lnTo>
                  <a:pt x="43630" y="1756"/>
                </a:lnTo>
                <a:lnTo>
                  <a:pt x="43205" y="1437"/>
                </a:lnTo>
                <a:lnTo>
                  <a:pt x="42779" y="1171"/>
                </a:lnTo>
                <a:lnTo>
                  <a:pt x="42300" y="905"/>
                </a:lnTo>
                <a:lnTo>
                  <a:pt x="41848" y="665"/>
                </a:lnTo>
                <a:lnTo>
                  <a:pt x="41342" y="479"/>
                </a:lnTo>
                <a:lnTo>
                  <a:pt x="40837" y="293"/>
                </a:lnTo>
                <a:lnTo>
                  <a:pt x="40278" y="160"/>
                </a:lnTo>
                <a:lnTo>
                  <a:pt x="39720" y="80"/>
                </a:lnTo>
                <a:lnTo>
                  <a:pt x="39134" y="27"/>
                </a:lnTo>
                <a:lnTo>
                  <a:pt x="385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3"/>
          <p:cNvSpPr/>
          <p:nvPr/>
        </p:nvSpPr>
        <p:spPr>
          <a:xfrm rot="10800000">
            <a:off x="-422397" y="4517682"/>
            <a:ext cx="3294097" cy="912268"/>
          </a:xfrm>
          <a:custGeom>
            <a:avLst/>
            <a:gdLst/>
            <a:ahLst/>
            <a:cxnLst/>
            <a:rect l="l" t="t" r="r" b="b"/>
            <a:pathLst>
              <a:path w="50148" h="13888" extrusionOk="0">
                <a:moveTo>
                  <a:pt x="0" y="0"/>
                </a:moveTo>
                <a:lnTo>
                  <a:pt x="53" y="426"/>
                </a:lnTo>
                <a:lnTo>
                  <a:pt x="133" y="825"/>
                </a:lnTo>
                <a:lnTo>
                  <a:pt x="319" y="1596"/>
                </a:lnTo>
                <a:lnTo>
                  <a:pt x="585" y="2368"/>
                </a:lnTo>
                <a:lnTo>
                  <a:pt x="905" y="3139"/>
                </a:lnTo>
                <a:lnTo>
                  <a:pt x="1277" y="3858"/>
                </a:lnTo>
                <a:lnTo>
                  <a:pt x="1703" y="4549"/>
                </a:lnTo>
                <a:lnTo>
                  <a:pt x="2155" y="5241"/>
                </a:lnTo>
                <a:lnTo>
                  <a:pt x="2687" y="5880"/>
                </a:lnTo>
                <a:lnTo>
                  <a:pt x="3246" y="6465"/>
                </a:lnTo>
                <a:lnTo>
                  <a:pt x="3831" y="7023"/>
                </a:lnTo>
                <a:lnTo>
                  <a:pt x="4470" y="7529"/>
                </a:lnTo>
                <a:lnTo>
                  <a:pt x="5135" y="7981"/>
                </a:lnTo>
                <a:lnTo>
                  <a:pt x="5480" y="8194"/>
                </a:lnTo>
                <a:lnTo>
                  <a:pt x="5853" y="8380"/>
                </a:lnTo>
                <a:lnTo>
                  <a:pt x="6225" y="8566"/>
                </a:lnTo>
                <a:lnTo>
                  <a:pt x="6598" y="8726"/>
                </a:lnTo>
                <a:lnTo>
                  <a:pt x="6970" y="8886"/>
                </a:lnTo>
                <a:lnTo>
                  <a:pt x="7343" y="9019"/>
                </a:lnTo>
                <a:lnTo>
                  <a:pt x="7742" y="9125"/>
                </a:lnTo>
                <a:lnTo>
                  <a:pt x="8141" y="9232"/>
                </a:lnTo>
                <a:lnTo>
                  <a:pt x="8699" y="9365"/>
                </a:lnTo>
                <a:lnTo>
                  <a:pt x="9285" y="9444"/>
                </a:lnTo>
                <a:lnTo>
                  <a:pt x="9843" y="9498"/>
                </a:lnTo>
                <a:lnTo>
                  <a:pt x="10402" y="9524"/>
                </a:lnTo>
                <a:lnTo>
                  <a:pt x="11546" y="9524"/>
                </a:lnTo>
                <a:lnTo>
                  <a:pt x="12131" y="9498"/>
                </a:lnTo>
                <a:lnTo>
                  <a:pt x="12717" y="9444"/>
                </a:lnTo>
                <a:lnTo>
                  <a:pt x="13861" y="9285"/>
                </a:lnTo>
                <a:lnTo>
                  <a:pt x="15005" y="9099"/>
                </a:lnTo>
                <a:lnTo>
                  <a:pt x="16175" y="8859"/>
                </a:lnTo>
                <a:lnTo>
                  <a:pt x="17319" y="8593"/>
                </a:lnTo>
                <a:lnTo>
                  <a:pt x="18463" y="8354"/>
                </a:lnTo>
                <a:lnTo>
                  <a:pt x="19634" y="8114"/>
                </a:lnTo>
                <a:lnTo>
                  <a:pt x="20778" y="7875"/>
                </a:lnTo>
                <a:lnTo>
                  <a:pt x="21948" y="7715"/>
                </a:lnTo>
                <a:lnTo>
                  <a:pt x="22533" y="7662"/>
                </a:lnTo>
                <a:lnTo>
                  <a:pt x="23092" y="7609"/>
                </a:lnTo>
                <a:lnTo>
                  <a:pt x="23677" y="7582"/>
                </a:lnTo>
                <a:lnTo>
                  <a:pt x="24236" y="7556"/>
                </a:lnTo>
                <a:lnTo>
                  <a:pt x="24821" y="7582"/>
                </a:lnTo>
                <a:lnTo>
                  <a:pt x="25407" y="7609"/>
                </a:lnTo>
                <a:lnTo>
                  <a:pt x="25965" y="7662"/>
                </a:lnTo>
                <a:lnTo>
                  <a:pt x="26551" y="7768"/>
                </a:lnTo>
                <a:lnTo>
                  <a:pt x="27242" y="7901"/>
                </a:lnTo>
                <a:lnTo>
                  <a:pt x="27907" y="8088"/>
                </a:lnTo>
                <a:lnTo>
                  <a:pt x="28572" y="8327"/>
                </a:lnTo>
                <a:lnTo>
                  <a:pt x="29238" y="8566"/>
                </a:lnTo>
                <a:lnTo>
                  <a:pt x="29876" y="8859"/>
                </a:lnTo>
                <a:lnTo>
                  <a:pt x="30515" y="9152"/>
                </a:lnTo>
                <a:lnTo>
                  <a:pt x="31153" y="9471"/>
                </a:lnTo>
                <a:lnTo>
                  <a:pt x="31791" y="9817"/>
                </a:lnTo>
                <a:lnTo>
                  <a:pt x="33042" y="10509"/>
                </a:lnTo>
                <a:lnTo>
                  <a:pt x="34292" y="11227"/>
                </a:lnTo>
                <a:lnTo>
                  <a:pt x="35543" y="11919"/>
                </a:lnTo>
                <a:lnTo>
                  <a:pt x="36154" y="12238"/>
                </a:lnTo>
                <a:lnTo>
                  <a:pt x="36820" y="12557"/>
                </a:lnTo>
                <a:lnTo>
                  <a:pt x="37458" y="12850"/>
                </a:lnTo>
                <a:lnTo>
                  <a:pt x="38150" y="13116"/>
                </a:lnTo>
                <a:lnTo>
                  <a:pt x="38841" y="13329"/>
                </a:lnTo>
                <a:lnTo>
                  <a:pt x="39560" y="13541"/>
                </a:lnTo>
                <a:lnTo>
                  <a:pt x="40251" y="13674"/>
                </a:lnTo>
                <a:lnTo>
                  <a:pt x="40996" y="13807"/>
                </a:lnTo>
                <a:lnTo>
                  <a:pt x="41715" y="13861"/>
                </a:lnTo>
                <a:lnTo>
                  <a:pt x="42433" y="13887"/>
                </a:lnTo>
                <a:lnTo>
                  <a:pt x="43125" y="13861"/>
                </a:lnTo>
                <a:lnTo>
                  <a:pt x="43816" y="13781"/>
                </a:lnTo>
                <a:lnTo>
                  <a:pt x="44508" y="13621"/>
                </a:lnTo>
                <a:lnTo>
                  <a:pt x="44827" y="13541"/>
                </a:lnTo>
                <a:lnTo>
                  <a:pt x="45147" y="13435"/>
                </a:lnTo>
                <a:lnTo>
                  <a:pt x="45466" y="13302"/>
                </a:lnTo>
                <a:lnTo>
                  <a:pt x="45758" y="13169"/>
                </a:lnTo>
                <a:lnTo>
                  <a:pt x="46078" y="13009"/>
                </a:lnTo>
                <a:lnTo>
                  <a:pt x="46344" y="12823"/>
                </a:lnTo>
                <a:lnTo>
                  <a:pt x="46636" y="12637"/>
                </a:lnTo>
                <a:lnTo>
                  <a:pt x="46902" y="12424"/>
                </a:lnTo>
                <a:lnTo>
                  <a:pt x="47168" y="12185"/>
                </a:lnTo>
                <a:lnTo>
                  <a:pt x="47408" y="11945"/>
                </a:lnTo>
                <a:lnTo>
                  <a:pt x="47780" y="11519"/>
                </a:lnTo>
                <a:lnTo>
                  <a:pt x="48073" y="11094"/>
                </a:lnTo>
                <a:lnTo>
                  <a:pt x="48366" y="10615"/>
                </a:lnTo>
                <a:lnTo>
                  <a:pt x="48578" y="10136"/>
                </a:lnTo>
                <a:lnTo>
                  <a:pt x="48791" y="9657"/>
                </a:lnTo>
                <a:lnTo>
                  <a:pt x="48951" y="9125"/>
                </a:lnTo>
                <a:lnTo>
                  <a:pt x="49110" y="8620"/>
                </a:lnTo>
                <a:lnTo>
                  <a:pt x="49217" y="8061"/>
                </a:lnTo>
                <a:lnTo>
                  <a:pt x="49323" y="7529"/>
                </a:lnTo>
                <a:lnTo>
                  <a:pt x="49377" y="6970"/>
                </a:lnTo>
                <a:lnTo>
                  <a:pt x="49510" y="5853"/>
                </a:lnTo>
                <a:lnTo>
                  <a:pt x="49563" y="4736"/>
                </a:lnTo>
                <a:lnTo>
                  <a:pt x="49616" y="3618"/>
                </a:lnTo>
                <a:lnTo>
                  <a:pt x="49696" y="2714"/>
                </a:lnTo>
                <a:lnTo>
                  <a:pt x="49802" y="1809"/>
                </a:lnTo>
                <a:lnTo>
                  <a:pt x="49935" y="905"/>
                </a:lnTo>
                <a:lnTo>
                  <a:pt x="50042" y="452"/>
                </a:lnTo>
                <a:lnTo>
                  <a:pt x="501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2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/>
          <p:nvPr/>
        </p:nvSpPr>
        <p:spPr>
          <a:xfrm rot="5400000" flipH="1">
            <a:off x="7376428" y="612832"/>
            <a:ext cx="3294097" cy="912268"/>
          </a:xfrm>
          <a:custGeom>
            <a:avLst/>
            <a:gdLst/>
            <a:ahLst/>
            <a:cxnLst/>
            <a:rect l="l" t="t" r="r" b="b"/>
            <a:pathLst>
              <a:path w="50148" h="13888" extrusionOk="0">
                <a:moveTo>
                  <a:pt x="0" y="0"/>
                </a:moveTo>
                <a:lnTo>
                  <a:pt x="53" y="426"/>
                </a:lnTo>
                <a:lnTo>
                  <a:pt x="133" y="825"/>
                </a:lnTo>
                <a:lnTo>
                  <a:pt x="319" y="1596"/>
                </a:lnTo>
                <a:lnTo>
                  <a:pt x="585" y="2368"/>
                </a:lnTo>
                <a:lnTo>
                  <a:pt x="905" y="3139"/>
                </a:lnTo>
                <a:lnTo>
                  <a:pt x="1277" y="3858"/>
                </a:lnTo>
                <a:lnTo>
                  <a:pt x="1703" y="4549"/>
                </a:lnTo>
                <a:lnTo>
                  <a:pt x="2155" y="5241"/>
                </a:lnTo>
                <a:lnTo>
                  <a:pt x="2687" y="5880"/>
                </a:lnTo>
                <a:lnTo>
                  <a:pt x="3246" y="6465"/>
                </a:lnTo>
                <a:lnTo>
                  <a:pt x="3831" y="7023"/>
                </a:lnTo>
                <a:lnTo>
                  <a:pt x="4470" y="7529"/>
                </a:lnTo>
                <a:lnTo>
                  <a:pt x="5135" y="7981"/>
                </a:lnTo>
                <a:lnTo>
                  <a:pt x="5480" y="8194"/>
                </a:lnTo>
                <a:lnTo>
                  <a:pt x="5853" y="8380"/>
                </a:lnTo>
                <a:lnTo>
                  <a:pt x="6225" y="8566"/>
                </a:lnTo>
                <a:lnTo>
                  <a:pt x="6598" y="8726"/>
                </a:lnTo>
                <a:lnTo>
                  <a:pt x="6970" y="8886"/>
                </a:lnTo>
                <a:lnTo>
                  <a:pt x="7343" y="9019"/>
                </a:lnTo>
                <a:lnTo>
                  <a:pt x="7742" y="9125"/>
                </a:lnTo>
                <a:lnTo>
                  <a:pt x="8141" y="9232"/>
                </a:lnTo>
                <a:lnTo>
                  <a:pt x="8699" y="9365"/>
                </a:lnTo>
                <a:lnTo>
                  <a:pt x="9285" y="9444"/>
                </a:lnTo>
                <a:lnTo>
                  <a:pt x="9843" y="9498"/>
                </a:lnTo>
                <a:lnTo>
                  <a:pt x="10402" y="9524"/>
                </a:lnTo>
                <a:lnTo>
                  <a:pt x="11546" y="9524"/>
                </a:lnTo>
                <a:lnTo>
                  <a:pt x="12131" y="9498"/>
                </a:lnTo>
                <a:lnTo>
                  <a:pt x="12717" y="9444"/>
                </a:lnTo>
                <a:lnTo>
                  <a:pt x="13861" y="9285"/>
                </a:lnTo>
                <a:lnTo>
                  <a:pt x="15005" y="9099"/>
                </a:lnTo>
                <a:lnTo>
                  <a:pt x="16175" y="8859"/>
                </a:lnTo>
                <a:lnTo>
                  <a:pt x="17319" y="8593"/>
                </a:lnTo>
                <a:lnTo>
                  <a:pt x="18463" y="8354"/>
                </a:lnTo>
                <a:lnTo>
                  <a:pt x="19634" y="8114"/>
                </a:lnTo>
                <a:lnTo>
                  <a:pt x="20778" y="7875"/>
                </a:lnTo>
                <a:lnTo>
                  <a:pt x="21948" y="7715"/>
                </a:lnTo>
                <a:lnTo>
                  <a:pt x="22533" y="7662"/>
                </a:lnTo>
                <a:lnTo>
                  <a:pt x="23092" y="7609"/>
                </a:lnTo>
                <a:lnTo>
                  <a:pt x="23677" y="7582"/>
                </a:lnTo>
                <a:lnTo>
                  <a:pt x="24236" y="7556"/>
                </a:lnTo>
                <a:lnTo>
                  <a:pt x="24821" y="7582"/>
                </a:lnTo>
                <a:lnTo>
                  <a:pt x="25407" y="7609"/>
                </a:lnTo>
                <a:lnTo>
                  <a:pt x="25965" y="7662"/>
                </a:lnTo>
                <a:lnTo>
                  <a:pt x="26551" y="7768"/>
                </a:lnTo>
                <a:lnTo>
                  <a:pt x="27242" y="7901"/>
                </a:lnTo>
                <a:lnTo>
                  <a:pt x="27907" y="8088"/>
                </a:lnTo>
                <a:lnTo>
                  <a:pt x="28572" y="8327"/>
                </a:lnTo>
                <a:lnTo>
                  <a:pt x="29238" y="8566"/>
                </a:lnTo>
                <a:lnTo>
                  <a:pt x="29876" y="8859"/>
                </a:lnTo>
                <a:lnTo>
                  <a:pt x="30515" y="9152"/>
                </a:lnTo>
                <a:lnTo>
                  <a:pt x="31153" y="9471"/>
                </a:lnTo>
                <a:lnTo>
                  <a:pt x="31791" y="9817"/>
                </a:lnTo>
                <a:lnTo>
                  <a:pt x="33042" y="10509"/>
                </a:lnTo>
                <a:lnTo>
                  <a:pt x="34292" y="11227"/>
                </a:lnTo>
                <a:lnTo>
                  <a:pt x="35543" y="11919"/>
                </a:lnTo>
                <a:lnTo>
                  <a:pt x="36154" y="12238"/>
                </a:lnTo>
                <a:lnTo>
                  <a:pt x="36820" y="12557"/>
                </a:lnTo>
                <a:lnTo>
                  <a:pt x="37458" y="12850"/>
                </a:lnTo>
                <a:lnTo>
                  <a:pt x="38150" y="13116"/>
                </a:lnTo>
                <a:lnTo>
                  <a:pt x="38841" y="13329"/>
                </a:lnTo>
                <a:lnTo>
                  <a:pt x="39560" y="13541"/>
                </a:lnTo>
                <a:lnTo>
                  <a:pt x="40251" y="13674"/>
                </a:lnTo>
                <a:lnTo>
                  <a:pt x="40996" y="13807"/>
                </a:lnTo>
                <a:lnTo>
                  <a:pt x="41715" y="13861"/>
                </a:lnTo>
                <a:lnTo>
                  <a:pt x="42433" y="13887"/>
                </a:lnTo>
                <a:lnTo>
                  <a:pt x="43125" y="13861"/>
                </a:lnTo>
                <a:lnTo>
                  <a:pt x="43816" y="13781"/>
                </a:lnTo>
                <a:lnTo>
                  <a:pt x="44508" y="13621"/>
                </a:lnTo>
                <a:lnTo>
                  <a:pt x="44827" y="13541"/>
                </a:lnTo>
                <a:lnTo>
                  <a:pt x="45147" y="13435"/>
                </a:lnTo>
                <a:lnTo>
                  <a:pt x="45466" y="13302"/>
                </a:lnTo>
                <a:lnTo>
                  <a:pt x="45758" y="13169"/>
                </a:lnTo>
                <a:lnTo>
                  <a:pt x="46078" y="13009"/>
                </a:lnTo>
                <a:lnTo>
                  <a:pt x="46344" y="12823"/>
                </a:lnTo>
                <a:lnTo>
                  <a:pt x="46636" y="12637"/>
                </a:lnTo>
                <a:lnTo>
                  <a:pt x="46902" y="12424"/>
                </a:lnTo>
                <a:lnTo>
                  <a:pt x="47168" y="12185"/>
                </a:lnTo>
                <a:lnTo>
                  <a:pt x="47408" y="11945"/>
                </a:lnTo>
                <a:lnTo>
                  <a:pt x="47780" y="11519"/>
                </a:lnTo>
                <a:lnTo>
                  <a:pt x="48073" y="11094"/>
                </a:lnTo>
                <a:lnTo>
                  <a:pt x="48366" y="10615"/>
                </a:lnTo>
                <a:lnTo>
                  <a:pt x="48578" y="10136"/>
                </a:lnTo>
                <a:lnTo>
                  <a:pt x="48791" y="9657"/>
                </a:lnTo>
                <a:lnTo>
                  <a:pt x="48951" y="9125"/>
                </a:lnTo>
                <a:lnTo>
                  <a:pt x="49110" y="8620"/>
                </a:lnTo>
                <a:lnTo>
                  <a:pt x="49217" y="8061"/>
                </a:lnTo>
                <a:lnTo>
                  <a:pt x="49323" y="7529"/>
                </a:lnTo>
                <a:lnTo>
                  <a:pt x="49377" y="6970"/>
                </a:lnTo>
                <a:lnTo>
                  <a:pt x="49510" y="5853"/>
                </a:lnTo>
                <a:lnTo>
                  <a:pt x="49563" y="4736"/>
                </a:lnTo>
                <a:lnTo>
                  <a:pt x="49616" y="3618"/>
                </a:lnTo>
                <a:lnTo>
                  <a:pt x="49696" y="2714"/>
                </a:lnTo>
                <a:lnTo>
                  <a:pt x="49802" y="1809"/>
                </a:lnTo>
                <a:lnTo>
                  <a:pt x="49935" y="905"/>
                </a:lnTo>
                <a:lnTo>
                  <a:pt x="50042" y="452"/>
                </a:lnTo>
                <a:lnTo>
                  <a:pt x="501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4"/>
          <p:cNvSpPr/>
          <p:nvPr/>
        </p:nvSpPr>
        <p:spPr>
          <a:xfrm rot="-5400000" flipH="1">
            <a:off x="-538999" y="3814038"/>
            <a:ext cx="2171201" cy="1153998"/>
          </a:xfrm>
          <a:custGeom>
            <a:avLst/>
            <a:gdLst/>
            <a:ahLst/>
            <a:cxnLst/>
            <a:rect l="l" t="t" r="r" b="b"/>
            <a:pathLst>
              <a:path w="40997" h="21790" extrusionOk="0">
                <a:moveTo>
                  <a:pt x="851" y="1"/>
                </a:moveTo>
                <a:lnTo>
                  <a:pt x="532" y="799"/>
                </a:lnTo>
                <a:lnTo>
                  <a:pt x="293" y="1597"/>
                </a:lnTo>
                <a:lnTo>
                  <a:pt x="213" y="1970"/>
                </a:lnTo>
                <a:lnTo>
                  <a:pt x="106" y="2369"/>
                </a:lnTo>
                <a:lnTo>
                  <a:pt x="53" y="2768"/>
                </a:lnTo>
                <a:lnTo>
                  <a:pt x="27" y="3167"/>
                </a:lnTo>
                <a:lnTo>
                  <a:pt x="0" y="3566"/>
                </a:lnTo>
                <a:lnTo>
                  <a:pt x="0" y="3938"/>
                </a:lnTo>
                <a:lnTo>
                  <a:pt x="27" y="4337"/>
                </a:lnTo>
                <a:lnTo>
                  <a:pt x="80" y="4710"/>
                </a:lnTo>
                <a:lnTo>
                  <a:pt x="160" y="5109"/>
                </a:lnTo>
                <a:lnTo>
                  <a:pt x="266" y="5481"/>
                </a:lnTo>
                <a:lnTo>
                  <a:pt x="399" y="5854"/>
                </a:lnTo>
                <a:lnTo>
                  <a:pt x="585" y="6200"/>
                </a:lnTo>
                <a:lnTo>
                  <a:pt x="851" y="6652"/>
                </a:lnTo>
                <a:lnTo>
                  <a:pt x="1144" y="7051"/>
                </a:lnTo>
                <a:lnTo>
                  <a:pt x="1463" y="7423"/>
                </a:lnTo>
                <a:lnTo>
                  <a:pt x="1836" y="7743"/>
                </a:lnTo>
                <a:lnTo>
                  <a:pt x="2235" y="8062"/>
                </a:lnTo>
                <a:lnTo>
                  <a:pt x="2660" y="8328"/>
                </a:lnTo>
                <a:lnTo>
                  <a:pt x="3113" y="8567"/>
                </a:lnTo>
                <a:lnTo>
                  <a:pt x="3565" y="8780"/>
                </a:lnTo>
                <a:lnTo>
                  <a:pt x="4044" y="8940"/>
                </a:lnTo>
                <a:lnTo>
                  <a:pt x="4549" y="9099"/>
                </a:lnTo>
                <a:lnTo>
                  <a:pt x="5055" y="9206"/>
                </a:lnTo>
                <a:lnTo>
                  <a:pt x="5587" y="9312"/>
                </a:lnTo>
                <a:lnTo>
                  <a:pt x="6092" y="9365"/>
                </a:lnTo>
                <a:lnTo>
                  <a:pt x="6624" y="9392"/>
                </a:lnTo>
                <a:lnTo>
                  <a:pt x="7662" y="9392"/>
                </a:lnTo>
                <a:lnTo>
                  <a:pt x="8167" y="9339"/>
                </a:lnTo>
                <a:lnTo>
                  <a:pt x="8673" y="9286"/>
                </a:lnTo>
                <a:lnTo>
                  <a:pt x="9684" y="9099"/>
                </a:lnTo>
                <a:lnTo>
                  <a:pt x="10695" y="8913"/>
                </a:lnTo>
                <a:lnTo>
                  <a:pt x="11679" y="8647"/>
                </a:lnTo>
                <a:lnTo>
                  <a:pt x="13701" y="8168"/>
                </a:lnTo>
                <a:lnTo>
                  <a:pt x="14685" y="7929"/>
                </a:lnTo>
                <a:lnTo>
                  <a:pt x="15696" y="7743"/>
                </a:lnTo>
                <a:lnTo>
                  <a:pt x="16202" y="7689"/>
                </a:lnTo>
                <a:lnTo>
                  <a:pt x="16734" y="7636"/>
                </a:lnTo>
                <a:lnTo>
                  <a:pt x="17266" y="7610"/>
                </a:lnTo>
                <a:lnTo>
                  <a:pt x="17771" y="7583"/>
                </a:lnTo>
                <a:lnTo>
                  <a:pt x="18303" y="7610"/>
                </a:lnTo>
                <a:lnTo>
                  <a:pt x="18809" y="7636"/>
                </a:lnTo>
                <a:lnTo>
                  <a:pt x="19341" y="7716"/>
                </a:lnTo>
                <a:lnTo>
                  <a:pt x="19846" y="7796"/>
                </a:lnTo>
                <a:lnTo>
                  <a:pt x="20352" y="7902"/>
                </a:lnTo>
                <a:lnTo>
                  <a:pt x="20831" y="8062"/>
                </a:lnTo>
                <a:lnTo>
                  <a:pt x="21310" y="8248"/>
                </a:lnTo>
                <a:lnTo>
                  <a:pt x="21762" y="8461"/>
                </a:lnTo>
                <a:lnTo>
                  <a:pt x="22187" y="8700"/>
                </a:lnTo>
                <a:lnTo>
                  <a:pt x="22613" y="8993"/>
                </a:lnTo>
                <a:lnTo>
                  <a:pt x="22986" y="9286"/>
                </a:lnTo>
                <a:lnTo>
                  <a:pt x="23358" y="9658"/>
                </a:lnTo>
                <a:lnTo>
                  <a:pt x="23651" y="10004"/>
                </a:lnTo>
                <a:lnTo>
                  <a:pt x="23917" y="10350"/>
                </a:lnTo>
                <a:lnTo>
                  <a:pt x="24156" y="10722"/>
                </a:lnTo>
                <a:lnTo>
                  <a:pt x="24369" y="11121"/>
                </a:lnTo>
                <a:lnTo>
                  <a:pt x="24555" y="11520"/>
                </a:lnTo>
                <a:lnTo>
                  <a:pt x="24715" y="11946"/>
                </a:lnTo>
                <a:lnTo>
                  <a:pt x="24874" y="12372"/>
                </a:lnTo>
                <a:lnTo>
                  <a:pt x="25007" y="12797"/>
                </a:lnTo>
                <a:lnTo>
                  <a:pt x="25247" y="13675"/>
                </a:lnTo>
                <a:lnTo>
                  <a:pt x="25433" y="14580"/>
                </a:lnTo>
                <a:lnTo>
                  <a:pt x="25646" y="15484"/>
                </a:lnTo>
                <a:lnTo>
                  <a:pt x="25859" y="16389"/>
                </a:lnTo>
                <a:lnTo>
                  <a:pt x="25965" y="16814"/>
                </a:lnTo>
                <a:lnTo>
                  <a:pt x="26098" y="17267"/>
                </a:lnTo>
                <a:lnTo>
                  <a:pt x="26258" y="17719"/>
                </a:lnTo>
                <a:lnTo>
                  <a:pt x="26417" y="18145"/>
                </a:lnTo>
                <a:lnTo>
                  <a:pt x="26630" y="18570"/>
                </a:lnTo>
                <a:lnTo>
                  <a:pt x="26843" y="18996"/>
                </a:lnTo>
                <a:lnTo>
                  <a:pt x="27056" y="19395"/>
                </a:lnTo>
                <a:lnTo>
                  <a:pt x="27322" y="19767"/>
                </a:lnTo>
                <a:lnTo>
                  <a:pt x="27588" y="20140"/>
                </a:lnTo>
                <a:lnTo>
                  <a:pt x="27881" y="20459"/>
                </a:lnTo>
                <a:lnTo>
                  <a:pt x="28200" y="20778"/>
                </a:lnTo>
                <a:lnTo>
                  <a:pt x="28546" y="21044"/>
                </a:lnTo>
                <a:lnTo>
                  <a:pt x="28918" y="21284"/>
                </a:lnTo>
                <a:lnTo>
                  <a:pt x="29291" y="21470"/>
                </a:lnTo>
                <a:lnTo>
                  <a:pt x="29716" y="21630"/>
                </a:lnTo>
                <a:lnTo>
                  <a:pt x="30142" y="21736"/>
                </a:lnTo>
                <a:lnTo>
                  <a:pt x="30514" y="21763"/>
                </a:lnTo>
                <a:lnTo>
                  <a:pt x="30887" y="21789"/>
                </a:lnTo>
                <a:lnTo>
                  <a:pt x="31259" y="21763"/>
                </a:lnTo>
                <a:lnTo>
                  <a:pt x="31632" y="21683"/>
                </a:lnTo>
                <a:lnTo>
                  <a:pt x="31978" y="21603"/>
                </a:lnTo>
                <a:lnTo>
                  <a:pt x="32350" y="21470"/>
                </a:lnTo>
                <a:lnTo>
                  <a:pt x="32696" y="21310"/>
                </a:lnTo>
                <a:lnTo>
                  <a:pt x="33042" y="21151"/>
                </a:lnTo>
                <a:lnTo>
                  <a:pt x="33361" y="20938"/>
                </a:lnTo>
                <a:lnTo>
                  <a:pt x="33680" y="20725"/>
                </a:lnTo>
                <a:lnTo>
                  <a:pt x="33999" y="20486"/>
                </a:lnTo>
                <a:lnTo>
                  <a:pt x="34292" y="20246"/>
                </a:lnTo>
                <a:lnTo>
                  <a:pt x="34585" y="19980"/>
                </a:lnTo>
                <a:lnTo>
                  <a:pt x="34851" y="19688"/>
                </a:lnTo>
                <a:lnTo>
                  <a:pt x="35117" y="19395"/>
                </a:lnTo>
                <a:lnTo>
                  <a:pt x="35356" y="19102"/>
                </a:lnTo>
                <a:lnTo>
                  <a:pt x="35809" y="18490"/>
                </a:lnTo>
                <a:lnTo>
                  <a:pt x="36261" y="17852"/>
                </a:lnTo>
                <a:lnTo>
                  <a:pt x="37112" y="16575"/>
                </a:lnTo>
                <a:lnTo>
                  <a:pt x="37538" y="15936"/>
                </a:lnTo>
                <a:lnTo>
                  <a:pt x="37990" y="15298"/>
                </a:lnTo>
                <a:lnTo>
                  <a:pt x="38469" y="14713"/>
                </a:lnTo>
                <a:lnTo>
                  <a:pt x="38708" y="14447"/>
                </a:lnTo>
                <a:lnTo>
                  <a:pt x="38974" y="14154"/>
                </a:lnTo>
                <a:lnTo>
                  <a:pt x="39427" y="13782"/>
                </a:lnTo>
                <a:lnTo>
                  <a:pt x="39906" y="13409"/>
                </a:lnTo>
                <a:lnTo>
                  <a:pt x="40438" y="13116"/>
                </a:lnTo>
                <a:lnTo>
                  <a:pt x="40996" y="12850"/>
                </a:lnTo>
                <a:lnTo>
                  <a:pt x="4099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2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/>
          <p:nvPr/>
        </p:nvSpPr>
        <p:spPr>
          <a:xfrm rot="-5400000">
            <a:off x="-618907" y="111100"/>
            <a:ext cx="2171201" cy="1153998"/>
          </a:xfrm>
          <a:custGeom>
            <a:avLst/>
            <a:gdLst/>
            <a:ahLst/>
            <a:cxnLst/>
            <a:rect l="l" t="t" r="r" b="b"/>
            <a:pathLst>
              <a:path w="40997" h="21790" extrusionOk="0">
                <a:moveTo>
                  <a:pt x="851" y="1"/>
                </a:moveTo>
                <a:lnTo>
                  <a:pt x="532" y="799"/>
                </a:lnTo>
                <a:lnTo>
                  <a:pt x="293" y="1597"/>
                </a:lnTo>
                <a:lnTo>
                  <a:pt x="213" y="1970"/>
                </a:lnTo>
                <a:lnTo>
                  <a:pt x="106" y="2369"/>
                </a:lnTo>
                <a:lnTo>
                  <a:pt x="53" y="2768"/>
                </a:lnTo>
                <a:lnTo>
                  <a:pt x="27" y="3167"/>
                </a:lnTo>
                <a:lnTo>
                  <a:pt x="0" y="3566"/>
                </a:lnTo>
                <a:lnTo>
                  <a:pt x="0" y="3938"/>
                </a:lnTo>
                <a:lnTo>
                  <a:pt x="27" y="4337"/>
                </a:lnTo>
                <a:lnTo>
                  <a:pt x="80" y="4710"/>
                </a:lnTo>
                <a:lnTo>
                  <a:pt x="160" y="5109"/>
                </a:lnTo>
                <a:lnTo>
                  <a:pt x="266" y="5481"/>
                </a:lnTo>
                <a:lnTo>
                  <a:pt x="399" y="5854"/>
                </a:lnTo>
                <a:lnTo>
                  <a:pt x="585" y="6200"/>
                </a:lnTo>
                <a:lnTo>
                  <a:pt x="851" y="6652"/>
                </a:lnTo>
                <a:lnTo>
                  <a:pt x="1144" y="7051"/>
                </a:lnTo>
                <a:lnTo>
                  <a:pt x="1463" y="7423"/>
                </a:lnTo>
                <a:lnTo>
                  <a:pt x="1836" y="7743"/>
                </a:lnTo>
                <a:lnTo>
                  <a:pt x="2235" y="8062"/>
                </a:lnTo>
                <a:lnTo>
                  <a:pt x="2660" y="8328"/>
                </a:lnTo>
                <a:lnTo>
                  <a:pt x="3113" y="8567"/>
                </a:lnTo>
                <a:lnTo>
                  <a:pt x="3565" y="8780"/>
                </a:lnTo>
                <a:lnTo>
                  <a:pt x="4044" y="8940"/>
                </a:lnTo>
                <a:lnTo>
                  <a:pt x="4549" y="9099"/>
                </a:lnTo>
                <a:lnTo>
                  <a:pt x="5055" y="9206"/>
                </a:lnTo>
                <a:lnTo>
                  <a:pt x="5587" y="9312"/>
                </a:lnTo>
                <a:lnTo>
                  <a:pt x="6092" y="9365"/>
                </a:lnTo>
                <a:lnTo>
                  <a:pt x="6624" y="9392"/>
                </a:lnTo>
                <a:lnTo>
                  <a:pt x="7662" y="9392"/>
                </a:lnTo>
                <a:lnTo>
                  <a:pt x="8167" y="9339"/>
                </a:lnTo>
                <a:lnTo>
                  <a:pt x="8673" y="9286"/>
                </a:lnTo>
                <a:lnTo>
                  <a:pt x="9684" y="9099"/>
                </a:lnTo>
                <a:lnTo>
                  <a:pt x="10695" y="8913"/>
                </a:lnTo>
                <a:lnTo>
                  <a:pt x="11679" y="8647"/>
                </a:lnTo>
                <a:lnTo>
                  <a:pt x="13701" y="8168"/>
                </a:lnTo>
                <a:lnTo>
                  <a:pt x="14685" y="7929"/>
                </a:lnTo>
                <a:lnTo>
                  <a:pt x="15696" y="7743"/>
                </a:lnTo>
                <a:lnTo>
                  <a:pt x="16202" y="7689"/>
                </a:lnTo>
                <a:lnTo>
                  <a:pt x="16734" y="7636"/>
                </a:lnTo>
                <a:lnTo>
                  <a:pt x="17266" y="7610"/>
                </a:lnTo>
                <a:lnTo>
                  <a:pt x="17771" y="7583"/>
                </a:lnTo>
                <a:lnTo>
                  <a:pt x="18303" y="7610"/>
                </a:lnTo>
                <a:lnTo>
                  <a:pt x="18809" y="7636"/>
                </a:lnTo>
                <a:lnTo>
                  <a:pt x="19341" y="7716"/>
                </a:lnTo>
                <a:lnTo>
                  <a:pt x="19846" y="7796"/>
                </a:lnTo>
                <a:lnTo>
                  <a:pt x="20352" y="7902"/>
                </a:lnTo>
                <a:lnTo>
                  <a:pt x="20831" y="8062"/>
                </a:lnTo>
                <a:lnTo>
                  <a:pt x="21310" y="8248"/>
                </a:lnTo>
                <a:lnTo>
                  <a:pt x="21762" y="8461"/>
                </a:lnTo>
                <a:lnTo>
                  <a:pt x="22187" y="8700"/>
                </a:lnTo>
                <a:lnTo>
                  <a:pt x="22613" y="8993"/>
                </a:lnTo>
                <a:lnTo>
                  <a:pt x="22986" y="9286"/>
                </a:lnTo>
                <a:lnTo>
                  <a:pt x="23358" y="9658"/>
                </a:lnTo>
                <a:lnTo>
                  <a:pt x="23651" y="10004"/>
                </a:lnTo>
                <a:lnTo>
                  <a:pt x="23917" y="10350"/>
                </a:lnTo>
                <a:lnTo>
                  <a:pt x="24156" y="10722"/>
                </a:lnTo>
                <a:lnTo>
                  <a:pt x="24369" y="11121"/>
                </a:lnTo>
                <a:lnTo>
                  <a:pt x="24555" y="11520"/>
                </a:lnTo>
                <a:lnTo>
                  <a:pt x="24715" y="11946"/>
                </a:lnTo>
                <a:lnTo>
                  <a:pt x="24874" y="12372"/>
                </a:lnTo>
                <a:lnTo>
                  <a:pt x="25007" y="12797"/>
                </a:lnTo>
                <a:lnTo>
                  <a:pt x="25247" y="13675"/>
                </a:lnTo>
                <a:lnTo>
                  <a:pt x="25433" y="14580"/>
                </a:lnTo>
                <a:lnTo>
                  <a:pt x="25646" y="15484"/>
                </a:lnTo>
                <a:lnTo>
                  <a:pt x="25859" y="16389"/>
                </a:lnTo>
                <a:lnTo>
                  <a:pt x="25965" y="16814"/>
                </a:lnTo>
                <a:lnTo>
                  <a:pt x="26098" y="17267"/>
                </a:lnTo>
                <a:lnTo>
                  <a:pt x="26258" y="17719"/>
                </a:lnTo>
                <a:lnTo>
                  <a:pt x="26417" y="18145"/>
                </a:lnTo>
                <a:lnTo>
                  <a:pt x="26630" y="18570"/>
                </a:lnTo>
                <a:lnTo>
                  <a:pt x="26843" y="18996"/>
                </a:lnTo>
                <a:lnTo>
                  <a:pt x="27056" y="19395"/>
                </a:lnTo>
                <a:lnTo>
                  <a:pt x="27322" y="19767"/>
                </a:lnTo>
                <a:lnTo>
                  <a:pt x="27588" y="20140"/>
                </a:lnTo>
                <a:lnTo>
                  <a:pt x="27881" y="20459"/>
                </a:lnTo>
                <a:lnTo>
                  <a:pt x="28200" y="20778"/>
                </a:lnTo>
                <a:lnTo>
                  <a:pt x="28546" y="21044"/>
                </a:lnTo>
                <a:lnTo>
                  <a:pt x="28918" y="21284"/>
                </a:lnTo>
                <a:lnTo>
                  <a:pt x="29291" y="21470"/>
                </a:lnTo>
                <a:lnTo>
                  <a:pt x="29716" y="21630"/>
                </a:lnTo>
                <a:lnTo>
                  <a:pt x="30142" y="21736"/>
                </a:lnTo>
                <a:lnTo>
                  <a:pt x="30514" y="21763"/>
                </a:lnTo>
                <a:lnTo>
                  <a:pt x="30887" y="21789"/>
                </a:lnTo>
                <a:lnTo>
                  <a:pt x="31259" y="21763"/>
                </a:lnTo>
                <a:lnTo>
                  <a:pt x="31632" y="21683"/>
                </a:lnTo>
                <a:lnTo>
                  <a:pt x="31978" y="21603"/>
                </a:lnTo>
                <a:lnTo>
                  <a:pt x="32350" y="21470"/>
                </a:lnTo>
                <a:lnTo>
                  <a:pt x="32696" y="21310"/>
                </a:lnTo>
                <a:lnTo>
                  <a:pt x="33042" y="21151"/>
                </a:lnTo>
                <a:lnTo>
                  <a:pt x="33361" y="20938"/>
                </a:lnTo>
                <a:lnTo>
                  <a:pt x="33680" y="20725"/>
                </a:lnTo>
                <a:lnTo>
                  <a:pt x="33999" y="20486"/>
                </a:lnTo>
                <a:lnTo>
                  <a:pt x="34292" y="20246"/>
                </a:lnTo>
                <a:lnTo>
                  <a:pt x="34585" y="19980"/>
                </a:lnTo>
                <a:lnTo>
                  <a:pt x="34851" y="19688"/>
                </a:lnTo>
                <a:lnTo>
                  <a:pt x="35117" y="19395"/>
                </a:lnTo>
                <a:lnTo>
                  <a:pt x="35356" y="19102"/>
                </a:lnTo>
                <a:lnTo>
                  <a:pt x="35809" y="18490"/>
                </a:lnTo>
                <a:lnTo>
                  <a:pt x="36261" y="17852"/>
                </a:lnTo>
                <a:lnTo>
                  <a:pt x="37112" y="16575"/>
                </a:lnTo>
                <a:lnTo>
                  <a:pt x="37538" y="15936"/>
                </a:lnTo>
                <a:lnTo>
                  <a:pt x="37990" y="15298"/>
                </a:lnTo>
                <a:lnTo>
                  <a:pt x="38469" y="14713"/>
                </a:lnTo>
                <a:lnTo>
                  <a:pt x="38708" y="14447"/>
                </a:lnTo>
                <a:lnTo>
                  <a:pt x="38974" y="14154"/>
                </a:lnTo>
                <a:lnTo>
                  <a:pt x="39427" y="13782"/>
                </a:lnTo>
                <a:lnTo>
                  <a:pt x="39906" y="13409"/>
                </a:lnTo>
                <a:lnTo>
                  <a:pt x="40438" y="13116"/>
                </a:lnTo>
                <a:lnTo>
                  <a:pt x="40996" y="12850"/>
                </a:lnTo>
                <a:lnTo>
                  <a:pt x="4099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5"/>
          <p:cNvSpPr/>
          <p:nvPr/>
        </p:nvSpPr>
        <p:spPr>
          <a:xfrm rot="10800000" flipH="1">
            <a:off x="6154703" y="4251498"/>
            <a:ext cx="3294097" cy="912268"/>
          </a:xfrm>
          <a:custGeom>
            <a:avLst/>
            <a:gdLst/>
            <a:ahLst/>
            <a:cxnLst/>
            <a:rect l="l" t="t" r="r" b="b"/>
            <a:pathLst>
              <a:path w="50148" h="13888" extrusionOk="0">
                <a:moveTo>
                  <a:pt x="0" y="0"/>
                </a:moveTo>
                <a:lnTo>
                  <a:pt x="53" y="426"/>
                </a:lnTo>
                <a:lnTo>
                  <a:pt x="133" y="825"/>
                </a:lnTo>
                <a:lnTo>
                  <a:pt x="319" y="1596"/>
                </a:lnTo>
                <a:lnTo>
                  <a:pt x="585" y="2368"/>
                </a:lnTo>
                <a:lnTo>
                  <a:pt x="905" y="3139"/>
                </a:lnTo>
                <a:lnTo>
                  <a:pt x="1277" y="3858"/>
                </a:lnTo>
                <a:lnTo>
                  <a:pt x="1703" y="4549"/>
                </a:lnTo>
                <a:lnTo>
                  <a:pt x="2155" y="5241"/>
                </a:lnTo>
                <a:lnTo>
                  <a:pt x="2687" y="5880"/>
                </a:lnTo>
                <a:lnTo>
                  <a:pt x="3246" y="6465"/>
                </a:lnTo>
                <a:lnTo>
                  <a:pt x="3831" y="7023"/>
                </a:lnTo>
                <a:lnTo>
                  <a:pt x="4470" y="7529"/>
                </a:lnTo>
                <a:lnTo>
                  <a:pt x="5135" y="7981"/>
                </a:lnTo>
                <a:lnTo>
                  <a:pt x="5480" y="8194"/>
                </a:lnTo>
                <a:lnTo>
                  <a:pt x="5853" y="8380"/>
                </a:lnTo>
                <a:lnTo>
                  <a:pt x="6225" y="8566"/>
                </a:lnTo>
                <a:lnTo>
                  <a:pt x="6598" y="8726"/>
                </a:lnTo>
                <a:lnTo>
                  <a:pt x="6970" y="8886"/>
                </a:lnTo>
                <a:lnTo>
                  <a:pt x="7343" y="9019"/>
                </a:lnTo>
                <a:lnTo>
                  <a:pt x="7742" y="9125"/>
                </a:lnTo>
                <a:lnTo>
                  <a:pt x="8141" y="9232"/>
                </a:lnTo>
                <a:lnTo>
                  <a:pt x="8699" y="9365"/>
                </a:lnTo>
                <a:lnTo>
                  <a:pt x="9285" y="9444"/>
                </a:lnTo>
                <a:lnTo>
                  <a:pt x="9843" y="9498"/>
                </a:lnTo>
                <a:lnTo>
                  <a:pt x="10402" y="9524"/>
                </a:lnTo>
                <a:lnTo>
                  <a:pt x="11546" y="9524"/>
                </a:lnTo>
                <a:lnTo>
                  <a:pt x="12131" y="9498"/>
                </a:lnTo>
                <a:lnTo>
                  <a:pt x="12717" y="9444"/>
                </a:lnTo>
                <a:lnTo>
                  <a:pt x="13861" y="9285"/>
                </a:lnTo>
                <a:lnTo>
                  <a:pt x="15005" y="9099"/>
                </a:lnTo>
                <a:lnTo>
                  <a:pt x="16175" y="8859"/>
                </a:lnTo>
                <a:lnTo>
                  <a:pt x="17319" y="8593"/>
                </a:lnTo>
                <a:lnTo>
                  <a:pt x="18463" y="8354"/>
                </a:lnTo>
                <a:lnTo>
                  <a:pt x="19634" y="8114"/>
                </a:lnTo>
                <a:lnTo>
                  <a:pt x="20778" y="7875"/>
                </a:lnTo>
                <a:lnTo>
                  <a:pt x="21948" y="7715"/>
                </a:lnTo>
                <a:lnTo>
                  <a:pt x="22533" y="7662"/>
                </a:lnTo>
                <a:lnTo>
                  <a:pt x="23092" y="7609"/>
                </a:lnTo>
                <a:lnTo>
                  <a:pt x="23677" y="7582"/>
                </a:lnTo>
                <a:lnTo>
                  <a:pt x="24236" y="7556"/>
                </a:lnTo>
                <a:lnTo>
                  <a:pt x="24821" y="7582"/>
                </a:lnTo>
                <a:lnTo>
                  <a:pt x="25407" y="7609"/>
                </a:lnTo>
                <a:lnTo>
                  <a:pt x="25965" y="7662"/>
                </a:lnTo>
                <a:lnTo>
                  <a:pt x="26551" y="7768"/>
                </a:lnTo>
                <a:lnTo>
                  <a:pt x="27242" y="7901"/>
                </a:lnTo>
                <a:lnTo>
                  <a:pt x="27907" y="8088"/>
                </a:lnTo>
                <a:lnTo>
                  <a:pt x="28572" y="8327"/>
                </a:lnTo>
                <a:lnTo>
                  <a:pt x="29238" y="8566"/>
                </a:lnTo>
                <a:lnTo>
                  <a:pt x="29876" y="8859"/>
                </a:lnTo>
                <a:lnTo>
                  <a:pt x="30515" y="9152"/>
                </a:lnTo>
                <a:lnTo>
                  <a:pt x="31153" y="9471"/>
                </a:lnTo>
                <a:lnTo>
                  <a:pt x="31791" y="9817"/>
                </a:lnTo>
                <a:lnTo>
                  <a:pt x="33042" y="10509"/>
                </a:lnTo>
                <a:lnTo>
                  <a:pt x="34292" y="11227"/>
                </a:lnTo>
                <a:lnTo>
                  <a:pt x="35543" y="11919"/>
                </a:lnTo>
                <a:lnTo>
                  <a:pt x="36154" y="12238"/>
                </a:lnTo>
                <a:lnTo>
                  <a:pt x="36820" y="12557"/>
                </a:lnTo>
                <a:lnTo>
                  <a:pt x="37458" y="12850"/>
                </a:lnTo>
                <a:lnTo>
                  <a:pt x="38150" y="13116"/>
                </a:lnTo>
                <a:lnTo>
                  <a:pt x="38841" y="13329"/>
                </a:lnTo>
                <a:lnTo>
                  <a:pt x="39560" y="13541"/>
                </a:lnTo>
                <a:lnTo>
                  <a:pt x="40251" y="13674"/>
                </a:lnTo>
                <a:lnTo>
                  <a:pt x="40996" y="13807"/>
                </a:lnTo>
                <a:lnTo>
                  <a:pt x="41715" y="13861"/>
                </a:lnTo>
                <a:lnTo>
                  <a:pt x="42433" y="13887"/>
                </a:lnTo>
                <a:lnTo>
                  <a:pt x="43125" y="13861"/>
                </a:lnTo>
                <a:lnTo>
                  <a:pt x="43816" y="13781"/>
                </a:lnTo>
                <a:lnTo>
                  <a:pt x="44508" y="13621"/>
                </a:lnTo>
                <a:lnTo>
                  <a:pt x="44827" y="13541"/>
                </a:lnTo>
                <a:lnTo>
                  <a:pt x="45147" y="13435"/>
                </a:lnTo>
                <a:lnTo>
                  <a:pt x="45466" y="13302"/>
                </a:lnTo>
                <a:lnTo>
                  <a:pt x="45758" y="13169"/>
                </a:lnTo>
                <a:lnTo>
                  <a:pt x="46078" y="13009"/>
                </a:lnTo>
                <a:lnTo>
                  <a:pt x="46344" y="12823"/>
                </a:lnTo>
                <a:lnTo>
                  <a:pt x="46636" y="12637"/>
                </a:lnTo>
                <a:lnTo>
                  <a:pt x="46902" y="12424"/>
                </a:lnTo>
                <a:lnTo>
                  <a:pt x="47168" y="12185"/>
                </a:lnTo>
                <a:lnTo>
                  <a:pt x="47408" y="11945"/>
                </a:lnTo>
                <a:lnTo>
                  <a:pt x="47780" y="11519"/>
                </a:lnTo>
                <a:lnTo>
                  <a:pt x="48073" y="11094"/>
                </a:lnTo>
                <a:lnTo>
                  <a:pt x="48366" y="10615"/>
                </a:lnTo>
                <a:lnTo>
                  <a:pt x="48578" y="10136"/>
                </a:lnTo>
                <a:lnTo>
                  <a:pt x="48791" y="9657"/>
                </a:lnTo>
                <a:lnTo>
                  <a:pt x="48951" y="9125"/>
                </a:lnTo>
                <a:lnTo>
                  <a:pt x="49110" y="8620"/>
                </a:lnTo>
                <a:lnTo>
                  <a:pt x="49217" y="8061"/>
                </a:lnTo>
                <a:lnTo>
                  <a:pt x="49323" y="7529"/>
                </a:lnTo>
                <a:lnTo>
                  <a:pt x="49377" y="6970"/>
                </a:lnTo>
                <a:lnTo>
                  <a:pt x="49510" y="5853"/>
                </a:lnTo>
                <a:lnTo>
                  <a:pt x="49563" y="4736"/>
                </a:lnTo>
                <a:lnTo>
                  <a:pt x="49616" y="3618"/>
                </a:lnTo>
                <a:lnTo>
                  <a:pt x="49696" y="2714"/>
                </a:lnTo>
                <a:lnTo>
                  <a:pt x="49802" y="1809"/>
                </a:lnTo>
                <a:lnTo>
                  <a:pt x="49935" y="905"/>
                </a:lnTo>
                <a:lnTo>
                  <a:pt x="50042" y="452"/>
                </a:lnTo>
                <a:lnTo>
                  <a:pt x="501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4_1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subTitle" idx="1"/>
          </p:nvPr>
        </p:nvSpPr>
        <p:spPr>
          <a:xfrm>
            <a:off x="723829" y="2677939"/>
            <a:ext cx="25017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ubTitle" idx="2"/>
          </p:nvPr>
        </p:nvSpPr>
        <p:spPr>
          <a:xfrm>
            <a:off x="3323100" y="2677939"/>
            <a:ext cx="25017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subTitle" idx="3"/>
          </p:nvPr>
        </p:nvSpPr>
        <p:spPr>
          <a:xfrm>
            <a:off x="5920421" y="2677939"/>
            <a:ext cx="25017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title" idx="4"/>
          </p:nvPr>
        </p:nvSpPr>
        <p:spPr>
          <a:xfrm>
            <a:off x="719929" y="2458483"/>
            <a:ext cx="25056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u="sng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title" idx="5"/>
          </p:nvPr>
        </p:nvSpPr>
        <p:spPr>
          <a:xfrm>
            <a:off x="3319200" y="2458483"/>
            <a:ext cx="25056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u="sng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title" idx="6"/>
          </p:nvPr>
        </p:nvSpPr>
        <p:spPr>
          <a:xfrm>
            <a:off x="5918471" y="2458483"/>
            <a:ext cx="25056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 u="sng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6"/>
          <p:cNvSpPr/>
          <p:nvPr/>
        </p:nvSpPr>
        <p:spPr>
          <a:xfrm rot="-5400000" flipH="1">
            <a:off x="-538999" y="3814038"/>
            <a:ext cx="2171201" cy="1153998"/>
          </a:xfrm>
          <a:custGeom>
            <a:avLst/>
            <a:gdLst/>
            <a:ahLst/>
            <a:cxnLst/>
            <a:rect l="l" t="t" r="r" b="b"/>
            <a:pathLst>
              <a:path w="40997" h="21790" extrusionOk="0">
                <a:moveTo>
                  <a:pt x="851" y="1"/>
                </a:moveTo>
                <a:lnTo>
                  <a:pt x="532" y="799"/>
                </a:lnTo>
                <a:lnTo>
                  <a:pt x="293" y="1597"/>
                </a:lnTo>
                <a:lnTo>
                  <a:pt x="213" y="1970"/>
                </a:lnTo>
                <a:lnTo>
                  <a:pt x="106" y="2369"/>
                </a:lnTo>
                <a:lnTo>
                  <a:pt x="53" y="2768"/>
                </a:lnTo>
                <a:lnTo>
                  <a:pt x="27" y="3167"/>
                </a:lnTo>
                <a:lnTo>
                  <a:pt x="0" y="3566"/>
                </a:lnTo>
                <a:lnTo>
                  <a:pt x="0" y="3938"/>
                </a:lnTo>
                <a:lnTo>
                  <a:pt x="27" y="4337"/>
                </a:lnTo>
                <a:lnTo>
                  <a:pt x="80" y="4710"/>
                </a:lnTo>
                <a:lnTo>
                  <a:pt x="160" y="5109"/>
                </a:lnTo>
                <a:lnTo>
                  <a:pt x="266" y="5481"/>
                </a:lnTo>
                <a:lnTo>
                  <a:pt x="399" y="5854"/>
                </a:lnTo>
                <a:lnTo>
                  <a:pt x="585" y="6200"/>
                </a:lnTo>
                <a:lnTo>
                  <a:pt x="851" y="6652"/>
                </a:lnTo>
                <a:lnTo>
                  <a:pt x="1144" y="7051"/>
                </a:lnTo>
                <a:lnTo>
                  <a:pt x="1463" y="7423"/>
                </a:lnTo>
                <a:lnTo>
                  <a:pt x="1836" y="7743"/>
                </a:lnTo>
                <a:lnTo>
                  <a:pt x="2235" y="8062"/>
                </a:lnTo>
                <a:lnTo>
                  <a:pt x="2660" y="8328"/>
                </a:lnTo>
                <a:lnTo>
                  <a:pt x="3113" y="8567"/>
                </a:lnTo>
                <a:lnTo>
                  <a:pt x="3565" y="8780"/>
                </a:lnTo>
                <a:lnTo>
                  <a:pt x="4044" y="8940"/>
                </a:lnTo>
                <a:lnTo>
                  <a:pt x="4549" y="9099"/>
                </a:lnTo>
                <a:lnTo>
                  <a:pt x="5055" y="9206"/>
                </a:lnTo>
                <a:lnTo>
                  <a:pt x="5587" y="9312"/>
                </a:lnTo>
                <a:lnTo>
                  <a:pt x="6092" y="9365"/>
                </a:lnTo>
                <a:lnTo>
                  <a:pt x="6624" y="9392"/>
                </a:lnTo>
                <a:lnTo>
                  <a:pt x="7662" y="9392"/>
                </a:lnTo>
                <a:lnTo>
                  <a:pt x="8167" y="9339"/>
                </a:lnTo>
                <a:lnTo>
                  <a:pt x="8673" y="9286"/>
                </a:lnTo>
                <a:lnTo>
                  <a:pt x="9684" y="9099"/>
                </a:lnTo>
                <a:lnTo>
                  <a:pt x="10695" y="8913"/>
                </a:lnTo>
                <a:lnTo>
                  <a:pt x="11679" y="8647"/>
                </a:lnTo>
                <a:lnTo>
                  <a:pt x="13701" y="8168"/>
                </a:lnTo>
                <a:lnTo>
                  <a:pt x="14685" y="7929"/>
                </a:lnTo>
                <a:lnTo>
                  <a:pt x="15696" y="7743"/>
                </a:lnTo>
                <a:lnTo>
                  <a:pt x="16202" y="7689"/>
                </a:lnTo>
                <a:lnTo>
                  <a:pt x="16734" y="7636"/>
                </a:lnTo>
                <a:lnTo>
                  <a:pt x="17266" y="7610"/>
                </a:lnTo>
                <a:lnTo>
                  <a:pt x="17771" y="7583"/>
                </a:lnTo>
                <a:lnTo>
                  <a:pt x="18303" y="7610"/>
                </a:lnTo>
                <a:lnTo>
                  <a:pt x="18809" y="7636"/>
                </a:lnTo>
                <a:lnTo>
                  <a:pt x="19341" y="7716"/>
                </a:lnTo>
                <a:lnTo>
                  <a:pt x="19846" y="7796"/>
                </a:lnTo>
                <a:lnTo>
                  <a:pt x="20352" y="7902"/>
                </a:lnTo>
                <a:lnTo>
                  <a:pt x="20831" y="8062"/>
                </a:lnTo>
                <a:lnTo>
                  <a:pt x="21310" y="8248"/>
                </a:lnTo>
                <a:lnTo>
                  <a:pt x="21762" y="8461"/>
                </a:lnTo>
                <a:lnTo>
                  <a:pt x="22187" y="8700"/>
                </a:lnTo>
                <a:lnTo>
                  <a:pt x="22613" y="8993"/>
                </a:lnTo>
                <a:lnTo>
                  <a:pt x="22986" y="9286"/>
                </a:lnTo>
                <a:lnTo>
                  <a:pt x="23358" y="9658"/>
                </a:lnTo>
                <a:lnTo>
                  <a:pt x="23651" y="10004"/>
                </a:lnTo>
                <a:lnTo>
                  <a:pt x="23917" y="10350"/>
                </a:lnTo>
                <a:lnTo>
                  <a:pt x="24156" y="10722"/>
                </a:lnTo>
                <a:lnTo>
                  <a:pt x="24369" y="11121"/>
                </a:lnTo>
                <a:lnTo>
                  <a:pt x="24555" y="11520"/>
                </a:lnTo>
                <a:lnTo>
                  <a:pt x="24715" y="11946"/>
                </a:lnTo>
                <a:lnTo>
                  <a:pt x="24874" y="12372"/>
                </a:lnTo>
                <a:lnTo>
                  <a:pt x="25007" y="12797"/>
                </a:lnTo>
                <a:lnTo>
                  <a:pt x="25247" y="13675"/>
                </a:lnTo>
                <a:lnTo>
                  <a:pt x="25433" y="14580"/>
                </a:lnTo>
                <a:lnTo>
                  <a:pt x="25646" y="15484"/>
                </a:lnTo>
                <a:lnTo>
                  <a:pt x="25859" y="16389"/>
                </a:lnTo>
                <a:lnTo>
                  <a:pt x="25965" y="16814"/>
                </a:lnTo>
                <a:lnTo>
                  <a:pt x="26098" y="17267"/>
                </a:lnTo>
                <a:lnTo>
                  <a:pt x="26258" y="17719"/>
                </a:lnTo>
                <a:lnTo>
                  <a:pt x="26417" y="18145"/>
                </a:lnTo>
                <a:lnTo>
                  <a:pt x="26630" y="18570"/>
                </a:lnTo>
                <a:lnTo>
                  <a:pt x="26843" y="18996"/>
                </a:lnTo>
                <a:lnTo>
                  <a:pt x="27056" y="19395"/>
                </a:lnTo>
                <a:lnTo>
                  <a:pt x="27322" y="19767"/>
                </a:lnTo>
                <a:lnTo>
                  <a:pt x="27588" y="20140"/>
                </a:lnTo>
                <a:lnTo>
                  <a:pt x="27881" y="20459"/>
                </a:lnTo>
                <a:lnTo>
                  <a:pt x="28200" y="20778"/>
                </a:lnTo>
                <a:lnTo>
                  <a:pt x="28546" y="21044"/>
                </a:lnTo>
                <a:lnTo>
                  <a:pt x="28918" y="21284"/>
                </a:lnTo>
                <a:lnTo>
                  <a:pt x="29291" y="21470"/>
                </a:lnTo>
                <a:lnTo>
                  <a:pt x="29716" y="21630"/>
                </a:lnTo>
                <a:lnTo>
                  <a:pt x="30142" y="21736"/>
                </a:lnTo>
                <a:lnTo>
                  <a:pt x="30514" y="21763"/>
                </a:lnTo>
                <a:lnTo>
                  <a:pt x="30887" y="21789"/>
                </a:lnTo>
                <a:lnTo>
                  <a:pt x="31259" y="21763"/>
                </a:lnTo>
                <a:lnTo>
                  <a:pt x="31632" y="21683"/>
                </a:lnTo>
                <a:lnTo>
                  <a:pt x="31978" y="21603"/>
                </a:lnTo>
                <a:lnTo>
                  <a:pt x="32350" y="21470"/>
                </a:lnTo>
                <a:lnTo>
                  <a:pt x="32696" y="21310"/>
                </a:lnTo>
                <a:lnTo>
                  <a:pt x="33042" y="21151"/>
                </a:lnTo>
                <a:lnTo>
                  <a:pt x="33361" y="20938"/>
                </a:lnTo>
                <a:lnTo>
                  <a:pt x="33680" y="20725"/>
                </a:lnTo>
                <a:lnTo>
                  <a:pt x="33999" y="20486"/>
                </a:lnTo>
                <a:lnTo>
                  <a:pt x="34292" y="20246"/>
                </a:lnTo>
                <a:lnTo>
                  <a:pt x="34585" y="19980"/>
                </a:lnTo>
                <a:lnTo>
                  <a:pt x="34851" y="19688"/>
                </a:lnTo>
                <a:lnTo>
                  <a:pt x="35117" y="19395"/>
                </a:lnTo>
                <a:lnTo>
                  <a:pt x="35356" y="19102"/>
                </a:lnTo>
                <a:lnTo>
                  <a:pt x="35809" y="18490"/>
                </a:lnTo>
                <a:lnTo>
                  <a:pt x="36261" y="17852"/>
                </a:lnTo>
                <a:lnTo>
                  <a:pt x="37112" y="16575"/>
                </a:lnTo>
                <a:lnTo>
                  <a:pt x="37538" y="15936"/>
                </a:lnTo>
                <a:lnTo>
                  <a:pt x="37990" y="15298"/>
                </a:lnTo>
                <a:lnTo>
                  <a:pt x="38469" y="14713"/>
                </a:lnTo>
                <a:lnTo>
                  <a:pt x="38708" y="14447"/>
                </a:lnTo>
                <a:lnTo>
                  <a:pt x="38974" y="14154"/>
                </a:lnTo>
                <a:lnTo>
                  <a:pt x="39427" y="13782"/>
                </a:lnTo>
                <a:lnTo>
                  <a:pt x="39906" y="13409"/>
                </a:lnTo>
                <a:lnTo>
                  <a:pt x="40438" y="13116"/>
                </a:lnTo>
                <a:lnTo>
                  <a:pt x="40996" y="12850"/>
                </a:lnTo>
                <a:lnTo>
                  <a:pt x="4099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6"/>
          <p:cNvSpPr/>
          <p:nvPr/>
        </p:nvSpPr>
        <p:spPr>
          <a:xfrm rot="-5400000" flipH="1">
            <a:off x="7639019" y="87855"/>
            <a:ext cx="2416656" cy="766395"/>
          </a:xfrm>
          <a:custGeom>
            <a:avLst/>
            <a:gdLst/>
            <a:ahLst/>
            <a:cxnLst/>
            <a:rect l="l" t="t" r="r" b="b"/>
            <a:pathLst>
              <a:path w="55709" h="17666" extrusionOk="0">
                <a:moveTo>
                  <a:pt x="38576" y="0"/>
                </a:moveTo>
                <a:lnTo>
                  <a:pt x="37990" y="27"/>
                </a:lnTo>
                <a:lnTo>
                  <a:pt x="37432" y="80"/>
                </a:lnTo>
                <a:lnTo>
                  <a:pt x="36846" y="187"/>
                </a:lnTo>
                <a:lnTo>
                  <a:pt x="36288" y="320"/>
                </a:lnTo>
                <a:lnTo>
                  <a:pt x="35729" y="479"/>
                </a:lnTo>
                <a:lnTo>
                  <a:pt x="35170" y="665"/>
                </a:lnTo>
                <a:lnTo>
                  <a:pt x="34638" y="878"/>
                </a:lnTo>
                <a:lnTo>
                  <a:pt x="34106" y="1118"/>
                </a:lnTo>
                <a:lnTo>
                  <a:pt x="33574" y="1384"/>
                </a:lnTo>
                <a:lnTo>
                  <a:pt x="33042" y="1676"/>
                </a:lnTo>
                <a:lnTo>
                  <a:pt x="32563" y="1996"/>
                </a:lnTo>
                <a:lnTo>
                  <a:pt x="32058" y="2315"/>
                </a:lnTo>
                <a:lnTo>
                  <a:pt x="31606" y="2661"/>
                </a:lnTo>
                <a:lnTo>
                  <a:pt x="31127" y="3007"/>
                </a:lnTo>
                <a:lnTo>
                  <a:pt x="30249" y="3751"/>
                </a:lnTo>
                <a:lnTo>
                  <a:pt x="29397" y="4523"/>
                </a:lnTo>
                <a:lnTo>
                  <a:pt x="28546" y="5348"/>
                </a:lnTo>
                <a:lnTo>
                  <a:pt x="26923" y="7024"/>
                </a:lnTo>
                <a:lnTo>
                  <a:pt x="26125" y="7848"/>
                </a:lnTo>
                <a:lnTo>
                  <a:pt x="25300" y="8673"/>
                </a:lnTo>
                <a:lnTo>
                  <a:pt x="24449" y="9498"/>
                </a:lnTo>
                <a:lnTo>
                  <a:pt x="23571" y="10269"/>
                </a:lnTo>
                <a:lnTo>
                  <a:pt x="22667" y="11014"/>
                </a:lnTo>
                <a:lnTo>
                  <a:pt x="22188" y="11360"/>
                </a:lnTo>
                <a:lnTo>
                  <a:pt x="21709" y="11679"/>
                </a:lnTo>
                <a:lnTo>
                  <a:pt x="21230" y="11999"/>
                </a:lnTo>
                <a:lnTo>
                  <a:pt x="20725" y="12291"/>
                </a:lnTo>
                <a:lnTo>
                  <a:pt x="20219" y="12584"/>
                </a:lnTo>
                <a:lnTo>
                  <a:pt x="19714" y="12823"/>
                </a:lnTo>
                <a:lnTo>
                  <a:pt x="19182" y="13063"/>
                </a:lnTo>
                <a:lnTo>
                  <a:pt x="18650" y="13276"/>
                </a:lnTo>
                <a:lnTo>
                  <a:pt x="18091" y="13435"/>
                </a:lnTo>
                <a:lnTo>
                  <a:pt x="17532" y="13595"/>
                </a:lnTo>
                <a:lnTo>
                  <a:pt x="17107" y="13675"/>
                </a:lnTo>
                <a:lnTo>
                  <a:pt x="16681" y="13754"/>
                </a:lnTo>
                <a:lnTo>
                  <a:pt x="15830" y="13834"/>
                </a:lnTo>
                <a:lnTo>
                  <a:pt x="14952" y="13887"/>
                </a:lnTo>
                <a:lnTo>
                  <a:pt x="14074" y="13887"/>
                </a:lnTo>
                <a:lnTo>
                  <a:pt x="13222" y="13861"/>
                </a:lnTo>
                <a:lnTo>
                  <a:pt x="12344" y="13808"/>
                </a:lnTo>
                <a:lnTo>
                  <a:pt x="10615" y="13675"/>
                </a:lnTo>
                <a:lnTo>
                  <a:pt x="9737" y="13595"/>
                </a:lnTo>
                <a:lnTo>
                  <a:pt x="8859" y="13568"/>
                </a:lnTo>
                <a:lnTo>
                  <a:pt x="7981" y="13542"/>
                </a:lnTo>
                <a:lnTo>
                  <a:pt x="7104" y="13568"/>
                </a:lnTo>
                <a:lnTo>
                  <a:pt x="6252" y="13621"/>
                </a:lnTo>
                <a:lnTo>
                  <a:pt x="5827" y="13675"/>
                </a:lnTo>
                <a:lnTo>
                  <a:pt x="5401" y="13754"/>
                </a:lnTo>
                <a:lnTo>
                  <a:pt x="4975" y="13834"/>
                </a:lnTo>
                <a:lnTo>
                  <a:pt x="4550" y="13941"/>
                </a:lnTo>
                <a:lnTo>
                  <a:pt x="4151" y="14074"/>
                </a:lnTo>
                <a:lnTo>
                  <a:pt x="3725" y="14207"/>
                </a:lnTo>
                <a:lnTo>
                  <a:pt x="3140" y="14473"/>
                </a:lnTo>
                <a:lnTo>
                  <a:pt x="2554" y="14792"/>
                </a:lnTo>
                <a:lnTo>
                  <a:pt x="2022" y="15164"/>
                </a:lnTo>
                <a:lnTo>
                  <a:pt x="1490" y="15590"/>
                </a:lnTo>
                <a:lnTo>
                  <a:pt x="1251" y="15803"/>
                </a:lnTo>
                <a:lnTo>
                  <a:pt x="1038" y="16042"/>
                </a:lnTo>
                <a:lnTo>
                  <a:pt x="825" y="16308"/>
                </a:lnTo>
                <a:lnTo>
                  <a:pt x="639" y="16548"/>
                </a:lnTo>
                <a:lnTo>
                  <a:pt x="453" y="16814"/>
                </a:lnTo>
                <a:lnTo>
                  <a:pt x="293" y="17106"/>
                </a:lnTo>
                <a:lnTo>
                  <a:pt x="133" y="17373"/>
                </a:lnTo>
                <a:lnTo>
                  <a:pt x="0" y="17665"/>
                </a:lnTo>
                <a:lnTo>
                  <a:pt x="55708" y="17665"/>
                </a:lnTo>
                <a:lnTo>
                  <a:pt x="55070" y="17213"/>
                </a:lnTo>
                <a:lnTo>
                  <a:pt x="54458" y="16734"/>
                </a:lnTo>
                <a:lnTo>
                  <a:pt x="53873" y="16202"/>
                </a:lnTo>
                <a:lnTo>
                  <a:pt x="53288" y="15670"/>
                </a:lnTo>
                <a:lnTo>
                  <a:pt x="52755" y="15111"/>
                </a:lnTo>
                <a:lnTo>
                  <a:pt x="52223" y="14526"/>
                </a:lnTo>
                <a:lnTo>
                  <a:pt x="51745" y="13914"/>
                </a:lnTo>
                <a:lnTo>
                  <a:pt x="51292" y="13302"/>
                </a:lnTo>
                <a:lnTo>
                  <a:pt x="50680" y="12398"/>
                </a:lnTo>
                <a:lnTo>
                  <a:pt x="50148" y="11493"/>
                </a:lnTo>
                <a:lnTo>
                  <a:pt x="49616" y="10562"/>
                </a:lnTo>
                <a:lnTo>
                  <a:pt x="49137" y="9604"/>
                </a:lnTo>
                <a:lnTo>
                  <a:pt x="48153" y="7689"/>
                </a:lnTo>
                <a:lnTo>
                  <a:pt x="47648" y="6758"/>
                </a:lnTo>
                <a:lnTo>
                  <a:pt x="47115" y="5827"/>
                </a:lnTo>
                <a:lnTo>
                  <a:pt x="46530" y="4922"/>
                </a:lnTo>
                <a:lnTo>
                  <a:pt x="46211" y="4496"/>
                </a:lnTo>
                <a:lnTo>
                  <a:pt x="45892" y="4044"/>
                </a:lnTo>
                <a:lnTo>
                  <a:pt x="45546" y="3618"/>
                </a:lnTo>
                <a:lnTo>
                  <a:pt x="45200" y="3219"/>
                </a:lnTo>
                <a:lnTo>
                  <a:pt x="44828" y="2820"/>
                </a:lnTo>
                <a:lnTo>
                  <a:pt x="44455" y="2448"/>
                </a:lnTo>
                <a:lnTo>
                  <a:pt x="44056" y="2102"/>
                </a:lnTo>
                <a:lnTo>
                  <a:pt x="43630" y="1756"/>
                </a:lnTo>
                <a:lnTo>
                  <a:pt x="43205" y="1437"/>
                </a:lnTo>
                <a:lnTo>
                  <a:pt x="42779" y="1171"/>
                </a:lnTo>
                <a:lnTo>
                  <a:pt x="42300" y="905"/>
                </a:lnTo>
                <a:lnTo>
                  <a:pt x="41848" y="665"/>
                </a:lnTo>
                <a:lnTo>
                  <a:pt x="41342" y="479"/>
                </a:lnTo>
                <a:lnTo>
                  <a:pt x="40837" y="293"/>
                </a:lnTo>
                <a:lnTo>
                  <a:pt x="40278" y="160"/>
                </a:lnTo>
                <a:lnTo>
                  <a:pt x="39720" y="80"/>
                </a:lnTo>
                <a:lnTo>
                  <a:pt x="39134" y="27"/>
                </a:lnTo>
                <a:lnTo>
                  <a:pt x="385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/>
          <p:nvPr/>
        </p:nvSpPr>
        <p:spPr>
          <a:xfrm rot="10800000" flipH="1">
            <a:off x="6972811" y="4028716"/>
            <a:ext cx="2171201" cy="1153998"/>
          </a:xfrm>
          <a:custGeom>
            <a:avLst/>
            <a:gdLst/>
            <a:ahLst/>
            <a:cxnLst/>
            <a:rect l="l" t="t" r="r" b="b"/>
            <a:pathLst>
              <a:path w="40997" h="21790" extrusionOk="0">
                <a:moveTo>
                  <a:pt x="851" y="1"/>
                </a:moveTo>
                <a:lnTo>
                  <a:pt x="532" y="799"/>
                </a:lnTo>
                <a:lnTo>
                  <a:pt x="293" y="1597"/>
                </a:lnTo>
                <a:lnTo>
                  <a:pt x="213" y="1970"/>
                </a:lnTo>
                <a:lnTo>
                  <a:pt x="106" y="2369"/>
                </a:lnTo>
                <a:lnTo>
                  <a:pt x="53" y="2768"/>
                </a:lnTo>
                <a:lnTo>
                  <a:pt x="27" y="3167"/>
                </a:lnTo>
                <a:lnTo>
                  <a:pt x="0" y="3566"/>
                </a:lnTo>
                <a:lnTo>
                  <a:pt x="0" y="3938"/>
                </a:lnTo>
                <a:lnTo>
                  <a:pt x="27" y="4337"/>
                </a:lnTo>
                <a:lnTo>
                  <a:pt x="80" y="4710"/>
                </a:lnTo>
                <a:lnTo>
                  <a:pt x="160" y="5109"/>
                </a:lnTo>
                <a:lnTo>
                  <a:pt x="266" y="5481"/>
                </a:lnTo>
                <a:lnTo>
                  <a:pt x="399" y="5854"/>
                </a:lnTo>
                <a:lnTo>
                  <a:pt x="585" y="6200"/>
                </a:lnTo>
                <a:lnTo>
                  <a:pt x="851" y="6652"/>
                </a:lnTo>
                <a:lnTo>
                  <a:pt x="1144" y="7051"/>
                </a:lnTo>
                <a:lnTo>
                  <a:pt x="1463" y="7423"/>
                </a:lnTo>
                <a:lnTo>
                  <a:pt x="1836" y="7743"/>
                </a:lnTo>
                <a:lnTo>
                  <a:pt x="2235" y="8062"/>
                </a:lnTo>
                <a:lnTo>
                  <a:pt x="2660" y="8328"/>
                </a:lnTo>
                <a:lnTo>
                  <a:pt x="3113" y="8567"/>
                </a:lnTo>
                <a:lnTo>
                  <a:pt x="3565" y="8780"/>
                </a:lnTo>
                <a:lnTo>
                  <a:pt x="4044" y="8940"/>
                </a:lnTo>
                <a:lnTo>
                  <a:pt x="4549" y="9099"/>
                </a:lnTo>
                <a:lnTo>
                  <a:pt x="5055" y="9206"/>
                </a:lnTo>
                <a:lnTo>
                  <a:pt x="5587" y="9312"/>
                </a:lnTo>
                <a:lnTo>
                  <a:pt x="6092" y="9365"/>
                </a:lnTo>
                <a:lnTo>
                  <a:pt x="6624" y="9392"/>
                </a:lnTo>
                <a:lnTo>
                  <a:pt x="7662" y="9392"/>
                </a:lnTo>
                <a:lnTo>
                  <a:pt x="8167" y="9339"/>
                </a:lnTo>
                <a:lnTo>
                  <a:pt x="8673" y="9286"/>
                </a:lnTo>
                <a:lnTo>
                  <a:pt x="9684" y="9099"/>
                </a:lnTo>
                <a:lnTo>
                  <a:pt x="10695" y="8913"/>
                </a:lnTo>
                <a:lnTo>
                  <a:pt x="11679" y="8647"/>
                </a:lnTo>
                <a:lnTo>
                  <a:pt x="13701" y="8168"/>
                </a:lnTo>
                <a:lnTo>
                  <a:pt x="14685" y="7929"/>
                </a:lnTo>
                <a:lnTo>
                  <a:pt x="15696" y="7743"/>
                </a:lnTo>
                <a:lnTo>
                  <a:pt x="16202" y="7689"/>
                </a:lnTo>
                <a:lnTo>
                  <a:pt x="16734" y="7636"/>
                </a:lnTo>
                <a:lnTo>
                  <a:pt x="17266" y="7610"/>
                </a:lnTo>
                <a:lnTo>
                  <a:pt x="17771" y="7583"/>
                </a:lnTo>
                <a:lnTo>
                  <a:pt x="18303" y="7610"/>
                </a:lnTo>
                <a:lnTo>
                  <a:pt x="18809" y="7636"/>
                </a:lnTo>
                <a:lnTo>
                  <a:pt x="19341" y="7716"/>
                </a:lnTo>
                <a:lnTo>
                  <a:pt x="19846" y="7796"/>
                </a:lnTo>
                <a:lnTo>
                  <a:pt x="20352" y="7902"/>
                </a:lnTo>
                <a:lnTo>
                  <a:pt x="20831" y="8062"/>
                </a:lnTo>
                <a:lnTo>
                  <a:pt x="21310" y="8248"/>
                </a:lnTo>
                <a:lnTo>
                  <a:pt x="21762" y="8461"/>
                </a:lnTo>
                <a:lnTo>
                  <a:pt x="22187" y="8700"/>
                </a:lnTo>
                <a:lnTo>
                  <a:pt x="22613" y="8993"/>
                </a:lnTo>
                <a:lnTo>
                  <a:pt x="22986" y="9286"/>
                </a:lnTo>
                <a:lnTo>
                  <a:pt x="23358" y="9658"/>
                </a:lnTo>
                <a:lnTo>
                  <a:pt x="23651" y="10004"/>
                </a:lnTo>
                <a:lnTo>
                  <a:pt x="23917" y="10350"/>
                </a:lnTo>
                <a:lnTo>
                  <a:pt x="24156" y="10722"/>
                </a:lnTo>
                <a:lnTo>
                  <a:pt x="24369" y="11121"/>
                </a:lnTo>
                <a:lnTo>
                  <a:pt x="24555" y="11520"/>
                </a:lnTo>
                <a:lnTo>
                  <a:pt x="24715" y="11946"/>
                </a:lnTo>
                <a:lnTo>
                  <a:pt x="24874" y="12372"/>
                </a:lnTo>
                <a:lnTo>
                  <a:pt x="25007" y="12797"/>
                </a:lnTo>
                <a:lnTo>
                  <a:pt x="25247" y="13675"/>
                </a:lnTo>
                <a:lnTo>
                  <a:pt x="25433" y="14580"/>
                </a:lnTo>
                <a:lnTo>
                  <a:pt x="25646" y="15484"/>
                </a:lnTo>
                <a:lnTo>
                  <a:pt x="25859" y="16389"/>
                </a:lnTo>
                <a:lnTo>
                  <a:pt x="25965" y="16814"/>
                </a:lnTo>
                <a:lnTo>
                  <a:pt x="26098" y="17267"/>
                </a:lnTo>
                <a:lnTo>
                  <a:pt x="26258" y="17719"/>
                </a:lnTo>
                <a:lnTo>
                  <a:pt x="26417" y="18145"/>
                </a:lnTo>
                <a:lnTo>
                  <a:pt x="26630" y="18570"/>
                </a:lnTo>
                <a:lnTo>
                  <a:pt x="26843" y="18996"/>
                </a:lnTo>
                <a:lnTo>
                  <a:pt x="27056" y="19395"/>
                </a:lnTo>
                <a:lnTo>
                  <a:pt x="27322" y="19767"/>
                </a:lnTo>
                <a:lnTo>
                  <a:pt x="27588" y="20140"/>
                </a:lnTo>
                <a:lnTo>
                  <a:pt x="27881" y="20459"/>
                </a:lnTo>
                <a:lnTo>
                  <a:pt x="28200" y="20778"/>
                </a:lnTo>
                <a:lnTo>
                  <a:pt x="28546" y="21044"/>
                </a:lnTo>
                <a:lnTo>
                  <a:pt x="28918" y="21284"/>
                </a:lnTo>
                <a:lnTo>
                  <a:pt x="29291" y="21470"/>
                </a:lnTo>
                <a:lnTo>
                  <a:pt x="29716" y="21630"/>
                </a:lnTo>
                <a:lnTo>
                  <a:pt x="30142" y="21736"/>
                </a:lnTo>
                <a:lnTo>
                  <a:pt x="30514" y="21763"/>
                </a:lnTo>
                <a:lnTo>
                  <a:pt x="30887" y="21789"/>
                </a:lnTo>
                <a:lnTo>
                  <a:pt x="31259" y="21763"/>
                </a:lnTo>
                <a:lnTo>
                  <a:pt x="31632" y="21683"/>
                </a:lnTo>
                <a:lnTo>
                  <a:pt x="31978" y="21603"/>
                </a:lnTo>
                <a:lnTo>
                  <a:pt x="32350" y="21470"/>
                </a:lnTo>
                <a:lnTo>
                  <a:pt x="32696" y="21310"/>
                </a:lnTo>
                <a:lnTo>
                  <a:pt x="33042" y="21151"/>
                </a:lnTo>
                <a:lnTo>
                  <a:pt x="33361" y="20938"/>
                </a:lnTo>
                <a:lnTo>
                  <a:pt x="33680" y="20725"/>
                </a:lnTo>
                <a:lnTo>
                  <a:pt x="33999" y="20486"/>
                </a:lnTo>
                <a:lnTo>
                  <a:pt x="34292" y="20246"/>
                </a:lnTo>
                <a:lnTo>
                  <a:pt x="34585" y="19980"/>
                </a:lnTo>
                <a:lnTo>
                  <a:pt x="34851" y="19688"/>
                </a:lnTo>
                <a:lnTo>
                  <a:pt x="35117" y="19395"/>
                </a:lnTo>
                <a:lnTo>
                  <a:pt x="35356" y="19102"/>
                </a:lnTo>
                <a:lnTo>
                  <a:pt x="35809" y="18490"/>
                </a:lnTo>
                <a:lnTo>
                  <a:pt x="36261" y="17852"/>
                </a:lnTo>
                <a:lnTo>
                  <a:pt x="37112" y="16575"/>
                </a:lnTo>
                <a:lnTo>
                  <a:pt x="37538" y="15936"/>
                </a:lnTo>
                <a:lnTo>
                  <a:pt x="37990" y="15298"/>
                </a:lnTo>
                <a:lnTo>
                  <a:pt x="38469" y="14713"/>
                </a:lnTo>
                <a:lnTo>
                  <a:pt x="38708" y="14447"/>
                </a:lnTo>
                <a:lnTo>
                  <a:pt x="38974" y="14154"/>
                </a:lnTo>
                <a:lnTo>
                  <a:pt x="39427" y="13782"/>
                </a:lnTo>
                <a:lnTo>
                  <a:pt x="39906" y="13409"/>
                </a:lnTo>
                <a:lnTo>
                  <a:pt x="40438" y="13116"/>
                </a:lnTo>
                <a:lnTo>
                  <a:pt x="40996" y="12850"/>
                </a:lnTo>
                <a:lnTo>
                  <a:pt x="4099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2"/>
          <p:cNvSpPr/>
          <p:nvPr/>
        </p:nvSpPr>
        <p:spPr>
          <a:xfrm flipH="1">
            <a:off x="-10122" y="-30399"/>
            <a:ext cx="2171201" cy="1153998"/>
          </a:xfrm>
          <a:custGeom>
            <a:avLst/>
            <a:gdLst/>
            <a:ahLst/>
            <a:cxnLst/>
            <a:rect l="l" t="t" r="r" b="b"/>
            <a:pathLst>
              <a:path w="40997" h="21790" extrusionOk="0">
                <a:moveTo>
                  <a:pt x="851" y="1"/>
                </a:moveTo>
                <a:lnTo>
                  <a:pt x="532" y="799"/>
                </a:lnTo>
                <a:lnTo>
                  <a:pt x="293" y="1597"/>
                </a:lnTo>
                <a:lnTo>
                  <a:pt x="213" y="1970"/>
                </a:lnTo>
                <a:lnTo>
                  <a:pt x="106" y="2369"/>
                </a:lnTo>
                <a:lnTo>
                  <a:pt x="53" y="2768"/>
                </a:lnTo>
                <a:lnTo>
                  <a:pt x="27" y="3167"/>
                </a:lnTo>
                <a:lnTo>
                  <a:pt x="0" y="3566"/>
                </a:lnTo>
                <a:lnTo>
                  <a:pt x="0" y="3938"/>
                </a:lnTo>
                <a:lnTo>
                  <a:pt x="27" y="4337"/>
                </a:lnTo>
                <a:lnTo>
                  <a:pt x="80" y="4710"/>
                </a:lnTo>
                <a:lnTo>
                  <a:pt x="160" y="5109"/>
                </a:lnTo>
                <a:lnTo>
                  <a:pt x="266" y="5481"/>
                </a:lnTo>
                <a:lnTo>
                  <a:pt x="399" y="5854"/>
                </a:lnTo>
                <a:lnTo>
                  <a:pt x="585" y="6200"/>
                </a:lnTo>
                <a:lnTo>
                  <a:pt x="851" y="6652"/>
                </a:lnTo>
                <a:lnTo>
                  <a:pt x="1144" y="7051"/>
                </a:lnTo>
                <a:lnTo>
                  <a:pt x="1463" y="7423"/>
                </a:lnTo>
                <a:lnTo>
                  <a:pt x="1836" y="7743"/>
                </a:lnTo>
                <a:lnTo>
                  <a:pt x="2235" y="8062"/>
                </a:lnTo>
                <a:lnTo>
                  <a:pt x="2660" y="8328"/>
                </a:lnTo>
                <a:lnTo>
                  <a:pt x="3113" y="8567"/>
                </a:lnTo>
                <a:lnTo>
                  <a:pt x="3565" y="8780"/>
                </a:lnTo>
                <a:lnTo>
                  <a:pt x="4044" y="8940"/>
                </a:lnTo>
                <a:lnTo>
                  <a:pt x="4549" y="9099"/>
                </a:lnTo>
                <a:lnTo>
                  <a:pt x="5055" y="9206"/>
                </a:lnTo>
                <a:lnTo>
                  <a:pt x="5587" y="9312"/>
                </a:lnTo>
                <a:lnTo>
                  <a:pt x="6092" y="9365"/>
                </a:lnTo>
                <a:lnTo>
                  <a:pt x="6624" y="9392"/>
                </a:lnTo>
                <a:lnTo>
                  <a:pt x="7662" y="9392"/>
                </a:lnTo>
                <a:lnTo>
                  <a:pt x="8167" y="9339"/>
                </a:lnTo>
                <a:lnTo>
                  <a:pt x="8673" y="9286"/>
                </a:lnTo>
                <a:lnTo>
                  <a:pt x="9684" y="9099"/>
                </a:lnTo>
                <a:lnTo>
                  <a:pt x="10695" y="8913"/>
                </a:lnTo>
                <a:lnTo>
                  <a:pt x="11679" y="8647"/>
                </a:lnTo>
                <a:lnTo>
                  <a:pt x="13701" y="8168"/>
                </a:lnTo>
                <a:lnTo>
                  <a:pt x="14685" y="7929"/>
                </a:lnTo>
                <a:lnTo>
                  <a:pt x="15696" y="7743"/>
                </a:lnTo>
                <a:lnTo>
                  <a:pt x="16202" y="7689"/>
                </a:lnTo>
                <a:lnTo>
                  <a:pt x="16734" y="7636"/>
                </a:lnTo>
                <a:lnTo>
                  <a:pt x="17266" y="7610"/>
                </a:lnTo>
                <a:lnTo>
                  <a:pt x="17771" y="7583"/>
                </a:lnTo>
                <a:lnTo>
                  <a:pt x="18303" y="7610"/>
                </a:lnTo>
                <a:lnTo>
                  <a:pt x="18809" y="7636"/>
                </a:lnTo>
                <a:lnTo>
                  <a:pt x="19341" y="7716"/>
                </a:lnTo>
                <a:lnTo>
                  <a:pt x="19846" y="7796"/>
                </a:lnTo>
                <a:lnTo>
                  <a:pt x="20352" y="7902"/>
                </a:lnTo>
                <a:lnTo>
                  <a:pt x="20831" y="8062"/>
                </a:lnTo>
                <a:lnTo>
                  <a:pt x="21310" y="8248"/>
                </a:lnTo>
                <a:lnTo>
                  <a:pt x="21762" y="8461"/>
                </a:lnTo>
                <a:lnTo>
                  <a:pt x="22187" y="8700"/>
                </a:lnTo>
                <a:lnTo>
                  <a:pt x="22613" y="8993"/>
                </a:lnTo>
                <a:lnTo>
                  <a:pt x="22986" y="9286"/>
                </a:lnTo>
                <a:lnTo>
                  <a:pt x="23358" y="9658"/>
                </a:lnTo>
                <a:lnTo>
                  <a:pt x="23651" y="10004"/>
                </a:lnTo>
                <a:lnTo>
                  <a:pt x="23917" y="10350"/>
                </a:lnTo>
                <a:lnTo>
                  <a:pt x="24156" y="10722"/>
                </a:lnTo>
                <a:lnTo>
                  <a:pt x="24369" y="11121"/>
                </a:lnTo>
                <a:lnTo>
                  <a:pt x="24555" y="11520"/>
                </a:lnTo>
                <a:lnTo>
                  <a:pt x="24715" y="11946"/>
                </a:lnTo>
                <a:lnTo>
                  <a:pt x="24874" y="12372"/>
                </a:lnTo>
                <a:lnTo>
                  <a:pt x="25007" y="12797"/>
                </a:lnTo>
                <a:lnTo>
                  <a:pt x="25247" y="13675"/>
                </a:lnTo>
                <a:lnTo>
                  <a:pt x="25433" y="14580"/>
                </a:lnTo>
                <a:lnTo>
                  <a:pt x="25646" y="15484"/>
                </a:lnTo>
                <a:lnTo>
                  <a:pt x="25859" y="16389"/>
                </a:lnTo>
                <a:lnTo>
                  <a:pt x="25965" y="16814"/>
                </a:lnTo>
                <a:lnTo>
                  <a:pt x="26098" y="17267"/>
                </a:lnTo>
                <a:lnTo>
                  <a:pt x="26258" y="17719"/>
                </a:lnTo>
                <a:lnTo>
                  <a:pt x="26417" y="18145"/>
                </a:lnTo>
                <a:lnTo>
                  <a:pt x="26630" y="18570"/>
                </a:lnTo>
                <a:lnTo>
                  <a:pt x="26843" y="18996"/>
                </a:lnTo>
                <a:lnTo>
                  <a:pt x="27056" y="19395"/>
                </a:lnTo>
                <a:lnTo>
                  <a:pt x="27322" y="19767"/>
                </a:lnTo>
                <a:lnTo>
                  <a:pt x="27588" y="20140"/>
                </a:lnTo>
                <a:lnTo>
                  <a:pt x="27881" y="20459"/>
                </a:lnTo>
                <a:lnTo>
                  <a:pt x="28200" y="20778"/>
                </a:lnTo>
                <a:lnTo>
                  <a:pt x="28546" y="21044"/>
                </a:lnTo>
                <a:lnTo>
                  <a:pt x="28918" y="21284"/>
                </a:lnTo>
                <a:lnTo>
                  <a:pt x="29291" y="21470"/>
                </a:lnTo>
                <a:lnTo>
                  <a:pt x="29716" y="21630"/>
                </a:lnTo>
                <a:lnTo>
                  <a:pt x="30142" y="21736"/>
                </a:lnTo>
                <a:lnTo>
                  <a:pt x="30514" y="21763"/>
                </a:lnTo>
                <a:lnTo>
                  <a:pt x="30887" y="21789"/>
                </a:lnTo>
                <a:lnTo>
                  <a:pt x="31259" y="21763"/>
                </a:lnTo>
                <a:lnTo>
                  <a:pt x="31632" y="21683"/>
                </a:lnTo>
                <a:lnTo>
                  <a:pt x="31978" y="21603"/>
                </a:lnTo>
                <a:lnTo>
                  <a:pt x="32350" y="21470"/>
                </a:lnTo>
                <a:lnTo>
                  <a:pt x="32696" y="21310"/>
                </a:lnTo>
                <a:lnTo>
                  <a:pt x="33042" y="21151"/>
                </a:lnTo>
                <a:lnTo>
                  <a:pt x="33361" y="20938"/>
                </a:lnTo>
                <a:lnTo>
                  <a:pt x="33680" y="20725"/>
                </a:lnTo>
                <a:lnTo>
                  <a:pt x="33999" y="20486"/>
                </a:lnTo>
                <a:lnTo>
                  <a:pt x="34292" y="20246"/>
                </a:lnTo>
                <a:lnTo>
                  <a:pt x="34585" y="19980"/>
                </a:lnTo>
                <a:lnTo>
                  <a:pt x="34851" y="19688"/>
                </a:lnTo>
                <a:lnTo>
                  <a:pt x="35117" y="19395"/>
                </a:lnTo>
                <a:lnTo>
                  <a:pt x="35356" y="19102"/>
                </a:lnTo>
                <a:lnTo>
                  <a:pt x="35809" y="18490"/>
                </a:lnTo>
                <a:lnTo>
                  <a:pt x="36261" y="17852"/>
                </a:lnTo>
                <a:lnTo>
                  <a:pt x="37112" y="16575"/>
                </a:lnTo>
                <a:lnTo>
                  <a:pt x="37538" y="15936"/>
                </a:lnTo>
                <a:lnTo>
                  <a:pt x="37990" y="15298"/>
                </a:lnTo>
                <a:lnTo>
                  <a:pt x="38469" y="14713"/>
                </a:lnTo>
                <a:lnTo>
                  <a:pt x="38708" y="14447"/>
                </a:lnTo>
                <a:lnTo>
                  <a:pt x="38974" y="14154"/>
                </a:lnTo>
                <a:lnTo>
                  <a:pt x="39427" y="13782"/>
                </a:lnTo>
                <a:lnTo>
                  <a:pt x="39906" y="13409"/>
                </a:lnTo>
                <a:lnTo>
                  <a:pt x="40438" y="13116"/>
                </a:lnTo>
                <a:lnTo>
                  <a:pt x="40996" y="12850"/>
                </a:lnTo>
                <a:lnTo>
                  <a:pt x="4099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/>
          <p:nvPr/>
        </p:nvSpPr>
        <p:spPr>
          <a:xfrm rot="10800000">
            <a:off x="-263947" y="4251498"/>
            <a:ext cx="3294097" cy="912268"/>
          </a:xfrm>
          <a:custGeom>
            <a:avLst/>
            <a:gdLst/>
            <a:ahLst/>
            <a:cxnLst/>
            <a:rect l="l" t="t" r="r" b="b"/>
            <a:pathLst>
              <a:path w="50148" h="13888" extrusionOk="0">
                <a:moveTo>
                  <a:pt x="0" y="0"/>
                </a:moveTo>
                <a:lnTo>
                  <a:pt x="53" y="426"/>
                </a:lnTo>
                <a:lnTo>
                  <a:pt x="133" y="825"/>
                </a:lnTo>
                <a:lnTo>
                  <a:pt x="319" y="1596"/>
                </a:lnTo>
                <a:lnTo>
                  <a:pt x="585" y="2368"/>
                </a:lnTo>
                <a:lnTo>
                  <a:pt x="905" y="3139"/>
                </a:lnTo>
                <a:lnTo>
                  <a:pt x="1277" y="3858"/>
                </a:lnTo>
                <a:lnTo>
                  <a:pt x="1703" y="4549"/>
                </a:lnTo>
                <a:lnTo>
                  <a:pt x="2155" y="5241"/>
                </a:lnTo>
                <a:lnTo>
                  <a:pt x="2687" y="5880"/>
                </a:lnTo>
                <a:lnTo>
                  <a:pt x="3246" y="6465"/>
                </a:lnTo>
                <a:lnTo>
                  <a:pt x="3831" y="7023"/>
                </a:lnTo>
                <a:lnTo>
                  <a:pt x="4470" y="7529"/>
                </a:lnTo>
                <a:lnTo>
                  <a:pt x="5135" y="7981"/>
                </a:lnTo>
                <a:lnTo>
                  <a:pt x="5480" y="8194"/>
                </a:lnTo>
                <a:lnTo>
                  <a:pt x="5853" y="8380"/>
                </a:lnTo>
                <a:lnTo>
                  <a:pt x="6225" y="8566"/>
                </a:lnTo>
                <a:lnTo>
                  <a:pt x="6598" y="8726"/>
                </a:lnTo>
                <a:lnTo>
                  <a:pt x="6970" y="8886"/>
                </a:lnTo>
                <a:lnTo>
                  <a:pt x="7343" y="9019"/>
                </a:lnTo>
                <a:lnTo>
                  <a:pt x="7742" y="9125"/>
                </a:lnTo>
                <a:lnTo>
                  <a:pt x="8141" y="9232"/>
                </a:lnTo>
                <a:lnTo>
                  <a:pt x="8699" y="9365"/>
                </a:lnTo>
                <a:lnTo>
                  <a:pt x="9285" y="9444"/>
                </a:lnTo>
                <a:lnTo>
                  <a:pt x="9843" y="9498"/>
                </a:lnTo>
                <a:lnTo>
                  <a:pt x="10402" y="9524"/>
                </a:lnTo>
                <a:lnTo>
                  <a:pt x="11546" y="9524"/>
                </a:lnTo>
                <a:lnTo>
                  <a:pt x="12131" y="9498"/>
                </a:lnTo>
                <a:lnTo>
                  <a:pt x="12717" y="9444"/>
                </a:lnTo>
                <a:lnTo>
                  <a:pt x="13861" y="9285"/>
                </a:lnTo>
                <a:lnTo>
                  <a:pt x="15005" y="9099"/>
                </a:lnTo>
                <a:lnTo>
                  <a:pt x="16175" y="8859"/>
                </a:lnTo>
                <a:lnTo>
                  <a:pt x="17319" y="8593"/>
                </a:lnTo>
                <a:lnTo>
                  <a:pt x="18463" y="8354"/>
                </a:lnTo>
                <a:lnTo>
                  <a:pt x="19634" y="8114"/>
                </a:lnTo>
                <a:lnTo>
                  <a:pt x="20778" y="7875"/>
                </a:lnTo>
                <a:lnTo>
                  <a:pt x="21948" y="7715"/>
                </a:lnTo>
                <a:lnTo>
                  <a:pt x="22533" y="7662"/>
                </a:lnTo>
                <a:lnTo>
                  <a:pt x="23092" y="7609"/>
                </a:lnTo>
                <a:lnTo>
                  <a:pt x="23677" y="7582"/>
                </a:lnTo>
                <a:lnTo>
                  <a:pt x="24236" y="7556"/>
                </a:lnTo>
                <a:lnTo>
                  <a:pt x="24821" y="7582"/>
                </a:lnTo>
                <a:lnTo>
                  <a:pt x="25407" y="7609"/>
                </a:lnTo>
                <a:lnTo>
                  <a:pt x="25965" y="7662"/>
                </a:lnTo>
                <a:lnTo>
                  <a:pt x="26551" y="7768"/>
                </a:lnTo>
                <a:lnTo>
                  <a:pt x="27242" y="7901"/>
                </a:lnTo>
                <a:lnTo>
                  <a:pt x="27907" y="8088"/>
                </a:lnTo>
                <a:lnTo>
                  <a:pt x="28572" y="8327"/>
                </a:lnTo>
                <a:lnTo>
                  <a:pt x="29238" y="8566"/>
                </a:lnTo>
                <a:lnTo>
                  <a:pt x="29876" y="8859"/>
                </a:lnTo>
                <a:lnTo>
                  <a:pt x="30515" y="9152"/>
                </a:lnTo>
                <a:lnTo>
                  <a:pt x="31153" y="9471"/>
                </a:lnTo>
                <a:lnTo>
                  <a:pt x="31791" y="9817"/>
                </a:lnTo>
                <a:lnTo>
                  <a:pt x="33042" y="10509"/>
                </a:lnTo>
                <a:lnTo>
                  <a:pt x="34292" y="11227"/>
                </a:lnTo>
                <a:lnTo>
                  <a:pt x="35543" y="11919"/>
                </a:lnTo>
                <a:lnTo>
                  <a:pt x="36154" y="12238"/>
                </a:lnTo>
                <a:lnTo>
                  <a:pt x="36820" y="12557"/>
                </a:lnTo>
                <a:lnTo>
                  <a:pt x="37458" y="12850"/>
                </a:lnTo>
                <a:lnTo>
                  <a:pt x="38150" y="13116"/>
                </a:lnTo>
                <a:lnTo>
                  <a:pt x="38841" y="13329"/>
                </a:lnTo>
                <a:lnTo>
                  <a:pt x="39560" y="13541"/>
                </a:lnTo>
                <a:lnTo>
                  <a:pt x="40251" y="13674"/>
                </a:lnTo>
                <a:lnTo>
                  <a:pt x="40996" y="13807"/>
                </a:lnTo>
                <a:lnTo>
                  <a:pt x="41715" y="13861"/>
                </a:lnTo>
                <a:lnTo>
                  <a:pt x="42433" y="13887"/>
                </a:lnTo>
                <a:lnTo>
                  <a:pt x="43125" y="13861"/>
                </a:lnTo>
                <a:lnTo>
                  <a:pt x="43816" y="13781"/>
                </a:lnTo>
                <a:lnTo>
                  <a:pt x="44508" y="13621"/>
                </a:lnTo>
                <a:lnTo>
                  <a:pt x="44827" y="13541"/>
                </a:lnTo>
                <a:lnTo>
                  <a:pt x="45147" y="13435"/>
                </a:lnTo>
                <a:lnTo>
                  <a:pt x="45466" y="13302"/>
                </a:lnTo>
                <a:lnTo>
                  <a:pt x="45758" y="13169"/>
                </a:lnTo>
                <a:lnTo>
                  <a:pt x="46078" y="13009"/>
                </a:lnTo>
                <a:lnTo>
                  <a:pt x="46344" y="12823"/>
                </a:lnTo>
                <a:lnTo>
                  <a:pt x="46636" y="12637"/>
                </a:lnTo>
                <a:lnTo>
                  <a:pt x="46902" y="12424"/>
                </a:lnTo>
                <a:lnTo>
                  <a:pt x="47168" y="12185"/>
                </a:lnTo>
                <a:lnTo>
                  <a:pt x="47408" y="11945"/>
                </a:lnTo>
                <a:lnTo>
                  <a:pt x="47780" y="11519"/>
                </a:lnTo>
                <a:lnTo>
                  <a:pt x="48073" y="11094"/>
                </a:lnTo>
                <a:lnTo>
                  <a:pt x="48366" y="10615"/>
                </a:lnTo>
                <a:lnTo>
                  <a:pt x="48578" y="10136"/>
                </a:lnTo>
                <a:lnTo>
                  <a:pt x="48791" y="9657"/>
                </a:lnTo>
                <a:lnTo>
                  <a:pt x="48951" y="9125"/>
                </a:lnTo>
                <a:lnTo>
                  <a:pt x="49110" y="8620"/>
                </a:lnTo>
                <a:lnTo>
                  <a:pt x="49217" y="8061"/>
                </a:lnTo>
                <a:lnTo>
                  <a:pt x="49323" y="7529"/>
                </a:lnTo>
                <a:lnTo>
                  <a:pt x="49377" y="6970"/>
                </a:lnTo>
                <a:lnTo>
                  <a:pt x="49510" y="5853"/>
                </a:lnTo>
                <a:lnTo>
                  <a:pt x="49563" y="4736"/>
                </a:lnTo>
                <a:lnTo>
                  <a:pt x="49616" y="3618"/>
                </a:lnTo>
                <a:lnTo>
                  <a:pt x="49696" y="2714"/>
                </a:lnTo>
                <a:lnTo>
                  <a:pt x="49802" y="1809"/>
                </a:lnTo>
                <a:lnTo>
                  <a:pt x="49935" y="905"/>
                </a:lnTo>
                <a:lnTo>
                  <a:pt x="50042" y="452"/>
                </a:lnTo>
                <a:lnTo>
                  <a:pt x="501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23"/>
          <p:cNvSpPr/>
          <p:nvPr/>
        </p:nvSpPr>
        <p:spPr>
          <a:xfrm rot="-5400000" flipH="1">
            <a:off x="7605644" y="779022"/>
            <a:ext cx="2416656" cy="766395"/>
          </a:xfrm>
          <a:custGeom>
            <a:avLst/>
            <a:gdLst/>
            <a:ahLst/>
            <a:cxnLst/>
            <a:rect l="l" t="t" r="r" b="b"/>
            <a:pathLst>
              <a:path w="55709" h="17666" extrusionOk="0">
                <a:moveTo>
                  <a:pt x="38576" y="0"/>
                </a:moveTo>
                <a:lnTo>
                  <a:pt x="37990" y="27"/>
                </a:lnTo>
                <a:lnTo>
                  <a:pt x="37432" y="80"/>
                </a:lnTo>
                <a:lnTo>
                  <a:pt x="36846" y="187"/>
                </a:lnTo>
                <a:lnTo>
                  <a:pt x="36288" y="320"/>
                </a:lnTo>
                <a:lnTo>
                  <a:pt x="35729" y="479"/>
                </a:lnTo>
                <a:lnTo>
                  <a:pt x="35170" y="665"/>
                </a:lnTo>
                <a:lnTo>
                  <a:pt x="34638" y="878"/>
                </a:lnTo>
                <a:lnTo>
                  <a:pt x="34106" y="1118"/>
                </a:lnTo>
                <a:lnTo>
                  <a:pt x="33574" y="1384"/>
                </a:lnTo>
                <a:lnTo>
                  <a:pt x="33042" y="1676"/>
                </a:lnTo>
                <a:lnTo>
                  <a:pt x="32563" y="1996"/>
                </a:lnTo>
                <a:lnTo>
                  <a:pt x="32058" y="2315"/>
                </a:lnTo>
                <a:lnTo>
                  <a:pt x="31606" y="2661"/>
                </a:lnTo>
                <a:lnTo>
                  <a:pt x="31127" y="3007"/>
                </a:lnTo>
                <a:lnTo>
                  <a:pt x="30249" y="3751"/>
                </a:lnTo>
                <a:lnTo>
                  <a:pt x="29397" y="4523"/>
                </a:lnTo>
                <a:lnTo>
                  <a:pt x="28546" y="5348"/>
                </a:lnTo>
                <a:lnTo>
                  <a:pt x="26923" y="7024"/>
                </a:lnTo>
                <a:lnTo>
                  <a:pt x="26125" y="7848"/>
                </a:lnTo>
                <a:lnTo>
                  <a:pt x="25300" y="8673"/>
                </a:lnTo>
                <a:lnTo>
                  <a:pt x="24449" y="9498"/>
                </a:lnTo>
                <a:lnTo>
                  <a:pt x="23571" y="10269"/>
                </a:lnTo>
                <a:lnTo>
                  <a:pt x="22667" y="11014"/>
                </a:lnTo>
                <a:lnTo>
                  <a:pt x="22188" y="11360"/>
                </a:lnTo>
                <a:lnTo>
                  <a:pt x="21709" y="11679"/>
                </a:lnTo>
                <a:lnTo>
                  <a:pt x="21230" y="11999"/>
                </a:lnTo>
                <a:lnTo>
                  <a:pt x="20725" y="12291"/>
                </a:lnTo>
                <a:lnTo>
                  <a:pt x="20219" y="12584"/>
                </a:lnTo>
                <a:lnTo>
                  <a:pt x="19714" y="12823"/>
                </a:lnTo>
                <a:lnTo>
                  <a:pt x="19182" y="13063"/>
                </a:lnTo>
                <a:lnTo>
                  <a:pt x="18650" y="13276"/>
                </a:lnTo>
                <a:lnTo>
                  <a:pt x="18091" y="13435"/>
                </a:lnTo>
                <a:lnTo>
                  <a:pt x="17532" y="13595"/>
                </a:lnTo>
                <a:lnTo>
                  <a:pt x="17107" y="13675"/>
                </a:lnTo>
                <a:lnTo>
                  <a:pt x="16681" y="13754"/>
                </a:lnTo>
                <a:lnTo>
                  <a:pt x="15830" y="13834"/>
                </a:lnTo>
                <a:lnTo>
                  <a:pt x="14952" y="13887"/>
                </a:lnTo>
                <a:lnTo>
                  <a:pt x="14074" y="13887"/>
                </a:lnTo>
                <a:lnTo>
                  <a:pt x="13222" y="13861"/>
                </a:lnTo>
                <a:lnTo>
                  <a:pt x="12344" y="13808"/>
                </a:lnTo>
                <a:lnTo>
                  <a:pt x="10615" y="13675"/>
                </a:lnTo>
                <a:lnTo>
                  <a:pt x="9737" y="13595"/>
                </a:lnTo>
                <a:lnTo>
                  <a:pt x="8859" y="13568"/>
                </a:lnTo>
                <a:lnTo>
                  <a:pt x="7981" y="13542"/>
                </a:lnTo>
                <a:lnTo>
                  <a:pt x="7104" y="13568"/>
                </a:lnTo>
                <a:lnTo>
                  <a:pt x="6252" y="13621"/>
                </a:lnTo>
                <a:lnTo>
                  <a:pt x="5827" y="13675"/>
                </a:lnTo>
                <a:lnTo>
                  <a:pt x="5401" y="13754"/>
                </a:lnTo>
                <a:lnTo>
                  <a:pt x="4975" y="13834"/>
                </a:lnTo>
                <a:lnTo>
                  <a:pt x="4550" y="13941"/>
                </a:lnTo>
                <a:lnTo>
                  <a:pt x="4151" y="14074"/>
                </a:lnTo>
                <a:lnTo>
                  <a:pt x="3725" y="14207"/>
                </a:lnTo>
                <a:lnTo>
                  <a:pt x="3140" y="14473"/>
                </a:lnTo>
                <a:lnTo>
                  <a:pt x="2554" y="14792"/>
                </a:lnTo>
                <a:lnTo>
                  <a:pt x="2022" y="15164"/>
                </a:lnTo>
                <a:lnTo>
                  <a:pt x="1490" y="15590"/>
                </a:lnTo>
                <a:lnTo>
                  <a:pt x="1251" y="15803"/>
                </a:lnTo>
                <a:lnTo>
                  <a:pt x="1038" y="16042"/>
                </a:lnTo>
                <a:lnTo>
                  <a:pt x="825" y="16308"/>
                </a:lnTo>
                <a:lnTo>
                  <a:pt x="639" y="16548"/>
                </a:lnTo>
                <a:lnTo>
                  <a:pt x="453" y="16814"/>
                </a:lnTo>
                <a:lnTo>
                  <a:pt x="293" y="17106"/>
                </a:lnTo>
                <a:lnTo>
                  <a:pt x="133" y="17373"/>
                </a:lnTo>
                <a:lnTo>
                  <a:pt x="0" y="17665"/>
                </a:lnTo>
                <a:lnTo>
                  <a:pt x="55708" y="17665"/>
                </a:lnTo>
                <a:lnTo>
                  <a:pt x="55070" y="17213"/>
                </a:lnTo>
                <a:lnTo>
                  <a:pt x="54458" y="16734"/>
                </a:lnTo>
                <a:lnTo>
                  <a:pt x="53873" y="16202"/>
                </a:lnTo>
                <a:lnTo>
                  <a:pt x="53288" y="15670"/>
                </a:lnTo>
                <a:lnTo>
                  <a:pt x="52755" y="15111"/>
                </a:lnTo>
                <a:lnTo>
                  <a:pt x="52223" y="14526"/>
                </a:lnTo>
                <a:lnTo>
                  <a:pt x="51745" y="13914"/>
                </a:lnTo>
                <a:lnTo>
                  <a:pt x="51292" y="13302"/>
                </a:lnTo>
                <a:lnTo>
                  <a:pt x="50680" y="12398"/>
                </a:lnTo>
                <a:lnTo>
                  <a:pt x="50148" y="11493"/>
                </a:lnTo>
                <a:lnTo>
                  <a:pt x="49616" y="10562"/>
                </a:lnTo>
                <a:lnTo>
                  <a:pt x="49137" y="9604"/>
                </a:lnTo>
                <a:lnTo>
                  <a:pt x="48153" y="7689"/>
                </a:lnTo>
                <a:lnTo>
                  <a:pt x="47648" y="6758"/>
                </a:lnTo>
                <a:lnTo>
                  <a:pt x="47115" y="5827"/>
                </a:lnTo>
                <a:lnTo>
                  <a:pt x="46530" y="4922"/>
                </a:lnTo>
                <a:lnTo>
                  <a:pt x="46211" y="4496"/>
                </a:lnTo>
                <a:lnTo>
                  <a:pt x="45892" y="4044"/>
                </a:lnTo>
                <a:lnTo>
                  <a:pt x="45546" y="3618"/>
                </a:lnTo>
                <a:lnTo>
                  <a:pt x="45200" y="3219"/>
                </a:lnTo>
                <a:lnTo>
                  <a:pt x="44828" y="2820"/>
                </a:lnTo>
                <a:lnTo>
                  <a:pt x="44455" y="2448"/>
                </a:lnTo>
                <a:lnTo>
                  <a:pt x="44056" y="2102"/>
                </a:lnTo>
                <a:lnTo>
                  <a:pt x="43630" y="1756"/>
                </a:lnTo>
                <a:lnTo>
                  <a:pt x="43205" y="1437"/>
                </a:lnTo>
                <a:lnTo>
                  <a:pt x="42779" y="1171"/>
                </a:lnTo>
                <a:lnTo>
                  <a:pt x="42300" y="905"/>
                </a:lnTo>
                <a:lnTo>
                  <a:pt x="41848" y="665"/>
                </a:lnTo>
                <a:lnTo>
                  <a:pt x="41342" y="479"/>
                </a:lnTo>
                <a:lnTo>
                  <a:pt x="40837" y="293"/>
                </a:lnTo>
                <a:lnTo>
                  <a:pt x="40278" y="160"/>
                </a:lnTo>
                <a:lnTo>
                  <a:pt x="39720" y="80"/>
                </a:lnTo>
                <a:lnTo>
                  <a:pt x="39134" y="27"/>
                </a:lnTo>
                <a:lnTo>
                  <a:pt x="385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7750" y="365760"/>
            <a:ext cx="7708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ma Madurai"/>
              <a:buNone/>
              <a:defRPr sz="3000" b="1">
                <a:solidFill>
                  <a:schemeClr val="dk1"/>
                </a:solidFill>
                <a:latin typeface="Arima Madurai"/>
                <a:ea typeface="Arima Madurai"/>
                <a:cs typeface="Arima Madurai"/>
                <a:sym typeface="Arima Madura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92700" y="1351875"/>
            <a:ext cx="77118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8" r:id="rId14"/>
    <p:sldLayoutId id="2147483669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hrutithakur13/dairy-sales-and-inventory-data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44" t="15305" r="7873" b="5392"/>
          <a:stretch/>
        </p:blipFill>
        <p:spPr>
          <a:xfrm>
            <a:off x="6144768" y="0"/>
            <a:ext cx="3894900" cy="5143500"/>
          </a:xfrm>
          <a:prstGeom prst="roundRect">
            <a:avLst>
              <a:gd name="adj" fmla="val 12356"/>
            </a:avLst>
          </a:prstGeom>
        </p:spPr>
      </p:pic>
      <p:sp>
        <p:nvSpPr>
          <p:cNvPr id="182" name="Google Shape;182;p27"/>
          <p:cNvSpPr txBox="1">
            <a:spLocks noGrp="1"/>
          </p:cNvSpPr>
          <p:nvPr>
            <p:ph type="ctrTitle"/>
          </p:nvPr>
        </p:nvSpPr>
        <p:spPr>
          <a:xfrm>
            <a:off x="840915" y="709901"/>
            <a:ext cx="4839300" cy="21892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COUNTRY DELIGHT DAIRY SALES AND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PERFORMANCE</a:t>
            </a:r>
            <a:endParaRPr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Google Shape;184;p27"/>
          <p:cNvSpPr/>
          <p:nvPr/>
        </p:nvSpPr>
        <p:spPr>
          <a:xfrm rot="10800000" flipH="1">
            <a:off x="7296501" y="-56495"/>
            <a:ext cx="2416656" cy="766395"/>
          </a:xfrm>
          <a:custGeom>
            <a:avLst/>
            <a:gdLst/>
            <a:ahLst/>
            <a:cxnLst/>
            <a:rect l="l" t="t" r="r" b="b"/>
            <a:pathLst>
              <a:path w="55709" h="17666" extrusionOk="0">
                <a:moveTo>
                  <a:pt x="38576" y="0"/>
                </a:moveTo>
                <a:lnTo>
                  <a:pt x="37990" y="27"/>
                </a:lnTo>
                <a:lnTo>
                  <a:pt x="37432" y="80"/>
                </a:lnTo>
                <a:lnTo>
                  <a:pt x="36846" y="187"/>
                </a:lnTo>
                <a:lnTo>
                  <a:pt x="36288" y="320"/>
                </a:lnTo>
                <a:lnTo>
                  <a:pt x="35729" y="479"/>
                </a:lnTo>
                <a:lnTo>
                  <a:pt x="35170" y="665"/>
                </a:lnTo>
                <a:lnTo>
                  <a:pt x="34638" y="878"/>
                </a:lnTo>
                <a:lnTo>
                  <a:pt x="34106" y="1118"/>
                </a:lnTo>
                <a:lnTo>
                  <a:pt x="33574" y="1384"/>
                </a:lnTo>
                <a:lnTo>
                  <a:pt x="33042" y="1676"/>
                </a:lnTo>
                <a:lnTo>
                  <a:pt x="32563" y="1996"/>
                </a:lnTo>
                <a:lnTo>
                  <a:pt x="32058" y="2315"/>
                </a:lnTo>
                <a:lnTo>
                  <a:pt x="31606" y="2661"/>
                </a:lnTo>
                <a:lnTo>
                  <a:pt x="31127" y="3007"/>
                </a:lnTo>
                <a:lnTo>
                  <a:pt x="30249" y="3751"/>
                </a:lnTo>
                <a:lnTo>
                  <a:pt x="29397" y="4523"/>
                </a:lnTo>
                <a:lnTo>
                  <a:pt x="28546" y="5348"/>
                </a:lnTo>
                <a:lnTo>
                  <a:pt x="26923" y="7024"/>
                </a:lnTo>
                <a:lnTo>
                  <a:pt x="26125" y="7848"/>
                </a:lnTo>
                <a:lnTo>
                  <a:pt x="25300" y="8673"/>
                </a:lnTo>
                <a:lnTo>
                  <a:pt x="24449" y="9498"/>
                </a:lnTo>
                <a:lnTo>
                  <a:pt x="23571" y="10269"/>
                </a:lnTo>
                <a:lnTo>
                  <a:pt x="22667" y="11014"/>
                </a:lnTo>
                <a:lnTo>
                  <a:pt x="22188" y="11360"/>
                </a:lnTo>
                <a:lnTo>
                  <a:pt x="21709" y="11679"/>
                </a:lnTo>
                <a:lnTo>
                  <a:pt x="21230" y="11999"/>
                </a:lnTo>
                <a:lnTo>
                  <a:pt x="20725" y="12291"/>
                </a:lnTo>
                <a:lnTo>
                  <a:pt x="20219" y="12584"/>
                </a:lnTo>
                <a:lnTo>
                  <a:pt x="19714" y="12823"/>
                </a:lnTo>
                <a:lnTo>
                  <a:pt x="19182" y="13063"/>
                </a:lnTo>
                <a:lnTo>
                  <a:pt x="18650" y="13276"/>
                </a:lnTo>
                <a:lnTo>
                  <a:pt x="18091" y="13435"/>
                </a:lnTo>
                <a:lnTo>
                  <a:pt x="17532" y="13595"/>
                </a:lnTo>
                <a:lnTo>
                  <a:pt x="17107" y="13675"/>
                </a:lnTo>
                <a:lnTo>
                  <a:pt x="16681" y="13754"/>
                </a:lnTo>
                <a:lnTo>
                  <a:pt x="15830" y="13834"/>
                </a:lnTo>
                <a:lnTo>
                  <a:pt x="14952" y="13887"/>
                </a:lnTo>
                <a:lnTo>
                  <a:pt x="14074" y="13887"/>
                </a:lnTo>
                <a:lnTo>
                  <a:pt x="13222" y="13861"/>
                </a:lnTo>
                <a:lnTo>
                  <a:pt x="12344" y="13808"/>
                </a:lnTo>
                <a:lnTo>
                  <a:pt x="10615" y="13675"/>
                </a:lnTo>
                <a:lnTo>
                  <a:pt x="9737" y="13595"/>
                </a:lnTo>
                <a:lnTo>
                  <a:pt x="8859" y="13568"/>
                </a:lnTo>
                <a:lnTo>
                  <a:pt x="7981" y="13542"/>
                </a:lnTo>
                <a:lnTo>
                  <a:pt x="7104" y="13568"/>
                </a:lnTo>
                <a:lnTo>
                  <a:pt x="6252" y="13621"/>
                </a:lnTo>
                <a:lnTo>
                  <a:pt x="5827" y="13675"/>
                </a:lnTo>
                <a:lnTo>
                  <a:pt x="5401" y="13754"/>
                </a:lnTo>
                <a:lnTo>
                  <a:pt x="4975" y="13834"/>
                </a:lnTo>
                <a:lnTo>
                  <a:pt x="4550" y="13941"/>
                </a:lnTo>
                <a:lnTo>
                  <a:pt x="4151" y="14074"/>
                </a:lnTo>
                <a:lnTo>
                  <a:pt x="3725" y="14207"/>
                </a:lnTo>
                <a:lnTo>
                  <a:pt x="3140" y="14473"/>
                </a:lnTo>
                <a:lnTo>
                  <a:pt x="2554" y="14792"/>
                </a:lnTo>
                <a:lnTo>
                  <a:pt x="2022" y="15164"/>
                </a:lnTo>
                <a:lnTo>
                  <a:pt x="1490" y="15590"/>
                </a:lnTo>
                <a:lnTo>
                  <a:pt x="1251" y="15803"/>
                </a:lnTo>
                <a:lnTo>
                  <a:pt x="1038" y="16042"/>
                </a:lnTo>
                <a:lnTo>
                  <a:pt x="825" y="16308"/>
                </a:lnTo>
                <a:lnTo>
                  <a:pt x="639" y="16548"/>
                </a:lnTo>
                <a:lnTo>
                  <a:pt x="453" y="16814"/>
                </a:lnTo>
                <a:lnTo>
                  <a:pt x="293" y="17106"/>
                </a:lnTo>
                <a:lnTo>
                  <a:pt x="133" y="17373"/>
                </a:lnTo>
                <a:lnTo>
                  <a:pt x="0" y="17665"/>
                </a:lnTo>
                <a:lnTo>
                  <a:pt x="55708" y="17665"/>
                </a:lnTo>
                <a:lnTo>
                  <a:pt x="55070" y="17213"/>
                </a:lnTo>
                <a:lnTo>
                  <a:pt x="54458" y="16734"/>
                </a:lnTo>
                <a:lnTo>
                  <a:pt x="53873" y="16202"/>
                </a:lnTo>
                <a:lnTo>
                  <a:pt x="53288" y="15670"/>
                </a:lnTo>
                <a:lnTo>
                  <a:pt x="52755" y="15111"/>
                </a:lnTo>
                <a:lnTo>
                  <a:pt x="52223" y="14526"/>
                </a:lnTo>
                <a:lnTo>
                  <a:pt x="51745" y="13914"/>
                </a:lnTo>
                <a:lnTo>
                  <a:pt x="51292" y="13302"/>
                </a:lnTo>
                <a:lnTo>
                  <a:pt x="50680" y="12398"/>
                </a:lnTo>
                <a:lnTo>
                  <a:pt x="50148" y="11493"/>
                </a:lnTo>
                <a:lnTo>
                  <a:pt x="49616" y="10562"/>
                </a:lnTo>
                <a:lnTo>
                  <a:pt x="49137" y="9604"/>
                </a:lnTo>
                <a:lnTo>
                  <a:pt x="48153" y="7689"/>
                </a:lnTo>
                <a:lnTo>
                  <a:pt x="47648" y="6758"/>
                </a:lnTo>
                <a:lnTo>
                  <a:pt x="47115" y="5827"/>
                </a:lnTo>
                <a:lnTo>
                  <a:pt x="46530" y="4922"/>
                </a:lnTo>
                <a:lnTo>
                  <a:pt x="46211" y="4496"/>
                </a:lnTo>
                <a:lnTo>
                  <a:pt x="45892" y="4044"/>
                </a:lnTo>
                <a:lnTo>
                  <a:pt x="45546" y="3618"/>
                </a:lnTo>
                <a:lnTo>
                  <a:pt x="45200" y="3219"/>
                </a:lnTo>
                <a:lnTo>
                  <a:pt x="44828" y="2820"/>
                </a:lnTo>
                <a:lnTo>
                  <a:pt x="44455" y="2448"/>
                </a:lnTo>
                <a:lnTo>
                  <a:pt x="44056" y="2102"/>
                </a:lnTo>
                <a:lnTo>
                  <a:pt x="43630" y="1756"/>
                </a:lnTo>
                <a:lnTo>
                  <a:pt x="43205" y="1437"/>
                </a:lnTo>
                <a:lnTo>
                  <a:pt x="42779" y="1171"/>
                </a:lnTo>
                <a:lnTo>
                  <a:pt x="42300" y="905"/>
                </a:lnTo>
                <a:lnTo>
                  <a:pt x="41848" y="665"/>
                </a:lnTo>
                <a:lnTo>
                  <a:pt x="41342" y="479"/>
                </a:lnTo>
                <a:lnTo>
                  <a:pt x="40837" y="293"/>
                </a:lnTo>
                <a:lnTo>
                  <a:pt x="40278" y="160"/>
                </a:lnTo>
                <a:lnTo>
                  <a:pt x="39720" y="80"/>
                </a:lnTo>
                <a:lnTo>
                  <a:pt x="39134" y="27"/>
                </a:lnTo>
                <a:lnTo>
                  <a:pt x="38576" y="0"/>
                </a:lnTo>
                <a:close/>
              </a:path>
            </a:pathLst>
          </a:custGeom>
          <a:solidFill>
            <a:srgbClr val="63754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27"/>
          <p:cNvSpPr/>
          <p:nvPr/>
        </p:nvSpPr>
        <p:spPr>
          <a:xfrm flipH="1">
            <a:off x="5581251" y="4447030"/>
            <a:ext cx="2416656" cy="766395"/>
          </a:xfrm>
          <a:custGeom>
            <a:avLst/>
            <a:gdLst/>
            <a:ahLst/>
            <a:cxnLst/>
            <a:rect l="l" t="t" r="r" b="b"/>
            <a:pathLst>
              <a:path w="55709" h="17666" extrusionOk="0">
                <a:moveTo>
                  <a:pt x="38576" y="0"/>
                </a:moveTo>
                <a:lnTo>
                  <a:pt x="37990" y="27"/>
                </a:lnTo>
                <a:lnTo>
                  <a:pt x="37432" y="80"/>
                </a:lnTo>
                <a:lnTo>
                  <a:pt x="36846" y="187"/>
                </a:lnTo>
                <a:lnTo>
                  <a:pt x="36288" y="320"/>
                </a:lnTo>
                <a:lnTo>
                  <a:pt x="35729" y="479"/>
                </a:lnTo>
                <a:lnTo>
                  <a:pt x="35170" y="665"/>
                </a:lnTo>
                <a:lnTo>
                  <a:pt x="34638" y="878"/>
                </a:lnTo>
                <a:lnTo>
                  <a:pt x="34106" y="1118"/>
                </a:lnTo>
                <a:lnTo>
                  <a:pt x="33574" y="1384"/>
                </a:lnTo>
                <a:lnTo>
                  <a:pt x="33042" y="1676"/>
                </a:lnTo>
                <a:lnTo>
                  <a:pt x="32563" y="1996"/>
                </a:lnTo>
                <a:lnTo>
                  <a:pt x="32058" y="2315"/>
                </a:lnTo>
                <a:lnTo>
                  <a:pt x="31606" y="2661"/>
                </a:lnTo>
                <a:lnTo>
                  <a:pt x="31127" y="3007"/>
                </a:lnTo>
                <a:lnTo>
                  <a:pt x="30249" y="3751"/>
                </a:lnTo>
                <a:lnTo>
                  <a:pt x="29397" y="4523"/>
                </a:lnTo>
                <a:lnTo>
                  <a:pt x="28546" y="5348"/>
                </a:lnTo>
                <a:lnTo>
                  <a:pt x="26923" y="7024"/>
                </a:lnTo>
                <a:lnTo>
                  <a:pt x="26125" y="7848"/>
                </a:lnTo>
                <a:lnTo>
                  <a:pt x="25300" y="8673"/>
                </a:lnTo>
                <a:lnTo>
                  <a:pt x="24449" y="9498"/>
                </a:lnTo>
                <a:lnTo>
                  <a:pt x="23571" y="10269"/>
                </a:lnTo>
                <a:lnTo>
                  <a:pt x="22667" y="11014"/>
                </a:lnTo>
                <a:lnTo>
                  <a:pt x="22188" y="11360"/>
                </a:lnTo>
                <a:lnTo>
                  <a:pt x="21709" y="11679"/>
                </a:lnTo>
                <a:lnTo>
                  <a:pt x="21230" y="11999"/>
                </a:lnTo>
                <a:lnTo>
                  <a:pt x="20725" y="12291"/>
                </a:lnTo>
                <a:lnTo>
                  <a:pt x="20219" y="12584"/>
                </a:lnTo>
                <a:lnTo>
                  <a:pt x="19714" y="12823"/>
                </a:lnTo>
                <a:lnTo>
                  <a:pt x="19182" y="13063"/>
                </a:lnTo>
                <a:lnTo>
                  <a:pt x="18650" y="13276"/>
                </a:lnTo>
                <a:lnTo>
                  <a:pt x="18091" y="13435"/>
                </a:lnTo>
                <a:lnTo>
                  <a:pt x="17532" y="13595"/>
                </a:lnTo>
                <a:lnTo>
                  <a:pt x="17107" y="13675"/>
                </a:lnTo>
                <a:lnTo>
                  <a:pt x="16681" y="13754"/>
                </a:lnTo>
                <a:lnTo>
                  <a:pt x="15830" y="13834"/>
                </a:lnTo>
                <a:lnTo>
                  <a:pt x="14952" y="13887"/>
                </a:lnTo>
                <a:lnTo>
                  <a:pt x="14074" y="13887"/>
                </a:lnTo>
                <a:lnTo>
                  <a:pt x="13222" y="13861"/>
                </a:lnTo>
                <a:lnTo>
                  <a:pt x="12344" y="13808"/>
                </a:lnTo>
                <a:lnTo>
                  <a:pt x="10615" y="13675"/>
                </a:lnTo>
                <a:lnTo>
                  <a:pt x="9737" y="13595"/>
                </a:lnTo>
                <a:lnTo>
                  <a:pt x="8859" y="13568"/>
                </a:lnTo>
                <a:lnTo>
                  <a:pt x="7981" y="13542"/>
                </a:lnTo>
                <a:lnTo>
                  <a:pt x="7104" y="13568"/>
                </a:lnTo>
                <a:lnTo>
                  <a:pt x="6252" y="13621"/>
                </a:lnTo>
                <a:lnTo>
                  <a:pt x="5827" y="13675"/>
                </a:lnTo>
                <a:lnTo>
                  <a:pt x="5401" y="13754"/>
                </a:lnTo>
                <a:lnTo>
                  <a:pt x="4975" y="13834"/>
                </a:lnTo>
                <a:lnTo>
                  <a:pt x="4550" y="13941"/>
                </a:lnTo>
                <a:lnTo>
                  <a:pt x="4151" y="14074"/>
                </a:lnTo>
                <a:lnTo>
                  <a:pt x="3725" y="14207"/>
                </a:lnTo>
                <a:lnTo>
                  <a:pt x="3140" y="14473"/>
                </a:lnTo>
                <a:lnTo>
                  <a:pt x="2554" y="14792"/>
                </a:lnTo>
                <a:lnTo>
                  <a:pt x="2022" y="15164"/>
                </a:lnTo>
                <a:lnTo>
                  <a:pt x="1490" y="15590"/>
                </a:lnTo>
                <a:lnTo>
                  <a:pt x="1251" y="15803"/>
                </a:lnTo>
                <a:lnTo>
                  <a:pt x="1038" y="16042"/>
                </a:lnTo>
                <a:lnTo>
                  <a:pt x="825" y="16308"/>
                </a:lnTo>
                <a:lnTo>
                  <a:pt x="639" y="16548"/>
                </a:lnTo>
                <a:lnTo>
                  <a:pt x="453" y="16814"/>
                </a:lnTo>
                <a:lnTo>
                  <a:pt x="293" y="17106"/>
                </a:lnTo>
                <a:lnTo>
                  <a:pt x="133" y="17373"/>
                </a:lnTo>
                <a:lnTo>
                  <a:pt x="0" y="17665"/>
                </a:lnTo>
                <a:lnTo>
                  <a:pt x="55708" y="17665"/>
                </a:lnTo>
                <a:lnTo>
                  <a:pt x="55070" y="17213"/>
                </a:lnTo>
                <a:lnTo>
                  <a:pt x="54458" y="16734"/>
                </a:lnTo>
                <a:lnTo>
                  <a:pt x="53873" y="16202"/>
                </a:lnTo>
                <a:lnTo>
                  <a:pt x="53288" y="15670"/>
                </a:lnTo>
                <a:lnTo>
                  <a:pt x="52755" y="15111"/>
                </a:lnTo>
                <a:lnTo>
                  <a:pt x="52223" y="14526"/>
                </a:lnTo>
                <a:lnTo>
                  <a:pt x="51745" y="13914"/>
                </a:lnTo>
                <a:lnTo>
                  <a:pt x="51292" y="13302"/>
                </a:lnTo>
                <a:lnTo>
                  <a:pt x="50680" y="12398"/>
                </a:lnTo>
                <a:lnTo>
                  <a:pt x="50148" y="11493"/>
                </a:lnTo>
                <a:lnTo>
                  <a:pt x="49616" y="10562"/>
                </a:lnTo>
                <a:lnTo>
                  <a:pt x="49137" y="9604"/>
                </a:lnTo>
                <a:lnTo>
                  <a:pt x="48153" y="7689"/>
                </a:lnTo>
                <a:lnTo>
                  <a:pt x="47648" y="6758"/>
                </a:lnTo>
                <a:lnTo>
                  <a:pt x="47115" y="5827"/>
                </a:lnTo>
                <a:lnTo>
                  <a:pt x="46530" y="4922"/>
                </a:lnTo>
                <a:lnTo>
                  <a:pt x="46211" y="4496"/>
                </a:lnTo>
                <a:lnTo>
                  <a:pt x="45892" y="4044"/>
                </a:lnTo>
                <a:lnTo>
                  <a:pt x="45546" y="3618"/>
                </a:lnTo>
                <a:lnTo>
                  <a:pt x="45200" y="3219"/>
                </a:lnTo>
                <a:lnTo>
                  <a:pt x="44828" y="2820"/>
                </a:lnTo>
                <a:lnTo>
                  <a:pt x="44455" y="2448"/>
                </a:lnTo>
                <a:lnTo>
                  <a:pt x="44056" y="2102"/>
                </a:lnTo>
                <a:lnTo>
                  <a:pt x="43630" y="1756"/>
                </a:lnTo>
                <a:lnTo>
                  <a:pt x="43205" y="1437"/>
                </a:lnTo>
                <a:lnTo>
                  <a:pt x="42779" y="1171"/>
                </a:lnTo>
                <a:lnTo>
                  <a:pt x="42300" y="905"/>
                </a:lnTo>
                <a:lnTo>
                  <a:pt x="41848" y="665"/>
                </a:lnTo>
                <a:lnTo>
                  <a:pt x="41342" y="479"/>
                </a:lnTo>
                <a:lnTo>
                  <a:pt x="40837" y="293"/>
                </a:lnTo>
                <a:lnTo>
                  <a:pt x="40278" y="160"/>
                </a:lnTo>
                <a:lnTo>
                  <a:pt x="39720" y="80"/>
                </a:lnTo>
                <a:lnTo>
                  <a:pt x="39134" y="27"/>
                </a:lnTo>
                <a:lnTo>
                  <a:pt x="385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366977" y="3685953"/>
            <a:ext cx="27219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by,</a:t>
            </a:r>
          </a:p>
          <a:p>
            <a:pPr lvl="2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ANN MARIYA JOSE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1"/>
          <p:cNvSpPr txBox="1">
            <a:spLocks noGrp="1"/>
          </p:cNvSpPr>
          <p:nvPr>
            <p:ph type="title"/>
          </p:nvPr>
        </p:nvSpPr>
        <p:spPr>
          <a:xfrm flipH="1">
            <a:off x="507587" y="333119"/>
            <a:ext cx="4826400" cy="6025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5" name="Google Shape;235;p31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t="3755" b="3755"/>
          <a:stretch/>
        </p:blipFill>
        <p:spPr>
          <a:xfrm>
            <a:off x="5436600" y="0"/>
            <a:ext cx="3707400" cy="5143500"/>
          </a:xfrm>
          <a:prstGeom prst="roundRect">
            <a:avLst>
              <a:gd name="adj" fmla="val 16667"/>
            </a:avLst>
          </a:prstGeom>
        </p:spPr>
      </p:pic>
      <p:sp>
        <p:nvSpPr>
          <p:cNvPr id="4" name="TextBox 3"/>
          <p:cNvSpPr txBox="1"/>
          <p:nvPr/>
        </p:nvSpPr>
        <p:spPr>
          <a:xfrm>
            <a:off x="148856" y="1275908"/>
            <a:ext cx="5185131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Covers dairy operations, sales, and inventory across </a:t>
            </a: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India.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Includes farm characteristics and product details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daily sales and inventory tracking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Records production and expiry dates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sales, demand, spoilage, and shelf-life analysis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3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4914" t="20255" r="13171" b="373"/>
          <a:stretch/>
        </p:blipFill>
        <p:spPr>
          <a:xfrm>
            <a:off x="0" y="-6900"/>
            <a:ext cx="3818700" cy="5143500"/>
          </a:xfrm>
          <a:prstGeom prst="roundRect">
            <a:avLst>
              <a:gd name="adj" fmla="val 12198"/>
            </a:avLst>
          </a:prstGeom>
        </p:spPr>
      </p:pic>
      <p:sp>
        <p:nvSpPr>
          <p:cNvPr id="224" name="Google Shape;224;p30"/>
          <p:cNvSpPr txBox="1">
            <a:spLocks noGrp="1"/>
          </p:cNvSpPr>
          <p:nvPr>
            <p:ph type="title"/>
          </p:nvPr>
        </p:nvSpPr>
        <p:spPr>
          <a:xfrm>
            <a:off x="3926150" y="537622"/>
            <a:ext cx="4511400" cy="5387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Google Shape;225;p30"/>
          <p:cNvSpPr/>
          <p:nvPr/>
        </p:nvSpPr>
        <p:spPr>
          <a:xfrm flipH="1">
            <a:off x="3161876" y="4370205"/>
            <a:ext cx="2416656" cy="766395"/>
          </a:xfrm>
          <a:custGeom>
            <a:avLst/>
            <a:gdLst/>
            <a:ahLst/>
            <a:cxnLst/>
            <a:rect l="l" t="t" r="r" b="b"/>
            <a:pathLst>
              <a:path w="55709" h="17666" extrusionOk="0">
                <a:moveTo>
                  <a:pt x="38576" y="0"/>
                </a:moveTo>
                <a:lnTo>
                  <a:pt x="37990" y="27"/>
                </a:lnTo>
                <a:lnTo>
                  <a:pt x="37432" y="80"/>
                </a:lnTo>
                <a:lnTo>
                  <a:pt x="36846" y="187"/>
                </a:lnTo>
                <a:lnTo>
                  <a:pt x="36288" y="320"/>
                </a:lnTo>
                <a:lnTo>
                  <a:pt x="35729" y="479"/>
                </a:lnTo>
                <a:lnTo>
                  <a:pt x="35170" y="665"/>
                </a:lnTo>
                <a:lnTo>
                  <a:pt x="34638" y="878"/>
                </a:lnTo>
                <a:lnTo>
                  <a:pt x="34106" y="1118"/>
                </a:lnTo>
                <a:lnTo>
                  <a:pt x="33574" y="1384"/>
                </a:lnTo>
                <a:lnTo>
                  <a:pt x="33042" y="1676"/>
                </a:lnTo>
                <a:lnTo>
                  <a:pt x="32563" y="1996"/>
                </a:lnTo>
                <a:lnTo>
                  <a:pt x="32058" y="2315"/>
                </a:lnTo>
                <a:lnTo>
                  <a:pt x="31606" y="2661"/>
                </a:lnTo>
                <a:lnTo>
                  <a:pt x="31127" y="3007"/>
                </a:lnTo>
                <a:lnTo>
                  <a:pt x="30249" y="3751"/>
                </a:lnTo>
                <a:lnTo>
                  <a:pt x="29397" y="4523"/>
                </a:lnTo>
                <a:lnTo>
                  <a:pt x="28546" y="5348"/>
                </a:lnTo>
                <a:lnTo>
                  <a:pt x="26923" y="7024"/>
                </a:lnTo>
                <a:lnTo>
                  <a:pt x="26125" y="7848"/>
                </a:lnTo>
                <a:lnTo>
                  <a:pt x="25300" y="8673"/>
                </a:lnTo>
                <a:lnTo>
                  <a:pt x="24449" y="9498"/>
                </a:lnTo>
                <a:lnTo>
                  <a:pt x="23571" y="10269"/>
                </a:lnTo>
                <a:lnTo>
                  <a:pt x="22667" y="11014"/>
                </a:lnTo>
                <a:lnTo>
                  <a:pt x="22188" y="11360"/>
                </a:lnTo>
                <a:lnTo>
                  <a:pt x="21709" y="11679"/>
                </a:lnTo>
                <a:lnTo>
                  <a:pt x="21230" y="11999"/>
                </a:lnTo>
                <a:lnTo>
                  <a:pt x="20725" y="12291"/>
                </a:lnTo>
                <a:lnTo>
                  <a:pt x="20219" y="12584"/>
                </a:lnTo>
                <a:lnTo>
                  <a:pt x="19714" y="12823"/>
                </a:lnTo>
                <a:lnTo>
                  <a:pt x="19182" y="13063"/>
                </a:lnTo>
                <a:lnTo>
                  <a:pt x="18650" y="13276"/>
                </a:lnTo>
                <a:lnTo>
                  <a:pt x="18091" y="13435"/>
                </a:lnTo>
                <a:lnTo>
                  <a:pt x="17532" y="13595"/>
                </a:lnTo>
                <a:lnTo>
                  <a:pt x="17107" y="13675"/>
                </a:lnTo>
                <a:lnTo>
                  <a:pt x="16681" y="13754"/>
                </a:lnTo>
                <a:lnTo>
                  <a:pt x="15830" y="13834"/>
                </a:lnTo>
                <a:lnTo>
                  <a:pt x="14952" y="13887"/>
                </a:lnTo>
                <a:lnTo>
                  <a:pt x="14074" y="13887"/>
                </a:lnTo>
                <a:lnTo>
                  <a:pt x="13222" y="13861"/>
                </a:lnTo>
                <a:lnTo>
                  <a:pt x="12344" y="13808"/>
                </a:lnTo>
                <a:lnTo>
                  <a:pt x="10615" y="13675"/>
                </a:lnTo>
                <a:lnTo>
                  <a:pt x="9737" y="13595"/>
                </a:lnTo>
                <a:lnTo>
                  <a:pt x="8859" y="13568"/>
                </a:lnTo>
                <a:lnTo>
                  <a:pt x="7981" y="13542"/>
                </a:lnTo>
                <a:lnTo>
                  <a:pt x="7104" y="13568"/>
                </a:lnTo>
                <a:lnTo>
                  <a:pt x="6252" y="13621"/>
                </a:lnTo>
                <a:lnTo>
                  <a:pt x="5827" y="13675"/>
                </a:lnTo>
                <a:lnTo>
                  <a:pt x="5401" y="13754"/>
                </a:lnTo>
                <a:lnTo>
                  <a:pt x="4975" y="13834"/>
                </a:lnTo>
                <a:lnTo>
                  <a:pt x="4550" y="13941"/>
                </a:lnTo>
                <a:lnTo>
                  <a:pt x="4151" y="14074"/>
                </a:lnTo>
                <a:lnTo>
                  <a:pt x="3725" y="14207"/>
                </a:lnTo>
                <a:lnTo>
                  <a:pt x="3140" y="14473"/>
                </a:lnTo>
                <a:lnTo>
                  <a:pt x="2554" y="14792"/>
                </a:lnTo>
                <a:lnTo>
                  <a:pt x="2022" y="15164"/>
                </a:lnTo>
                <a:lnTo>
                  <a:pt x="1490" y="15590"/>
                </a:lnTo>
                <a:lnTo>
                  <a:pt x="1251" y="15803"/>
                </a:lnTo>
                <a:lnTo>
                  <a:pt x="1038" y="16042"/>
                </a:lnTo>
                <a:lnTo>
                  <a:pt x="825" y="16308"/>
                </a:lnTo>
                <a:lnTo>
                  <a:pt x="639" y="16548"/>
                </a:lnTo>
                <a:lnTo>
                  <a:pt x="453" y="16814"/>
                </a:lnTo>
                <a:lnTo>
                  <a:pt x="293" y="17106"/>
                </a:lnTo>
                <a:lnTo>
                  <a:pt x="133" y="17373"/>
                </a:lnTo>
                <a:lnTo>
                  <a:pt x="0" y="17665"/>
                </a:lnTo>
                <a:lnTo>
                  <a:pt x="55708" y="17665"/>
                </a:lnTo>
                <a:lnTo>
                  <a:pt x="55070" y="17213"/>
                </a:lnTo>
                <a:lnTo>
                  <a:pt x="54458" y="16734"/>
                </a:lnTo>
                <a:lnTo>
                  <a:pt x="53873" y="16202"/>
                </a:lnTo>
                <a:lnTo>
                  <a:pt x="53288" y="15670"/>
                </a:lnTo>
                <a:lnTo>
                  <a:pt x="52755" y="15111"/>
                </a:lnTo>
                <a:lnTo>
                  <a:pt x="52223" y="14526"/>
                </a:lnTo>
                <a:lnTo>
                  <a:pt x="51745" y="13914"/>
                </a:lnTo>
                <a:lnTo>
                  <a:pt x="51292" y="13302"/>
                </a:lnTo>
                <a:lnTo>
                  <a:pt x="50680" y="12398"/>
                </a:lnTo>
                <a:lnTo>
                  <a:pt x="50148" y="11493"/>
                </a:lnTo>
                <a:lnTo>
                  <a:pt x="49616" y="10562"/>
                </a:lnTo>
                <a:lnTo>
                  <a:pt x="49137" y="9604"/>
                </a:lnTo>
                <a:lnTo>
                  <a:pt x="48153" y="7689"/>
                </a:lnTo>
                <a:lnTo>
                  <a:pt x="47648" y="6758"/>
                </a:lnTo>
                <a:lnTo>
                  <a:pt x="47115" y="5827"/>
                </a:lnTo>
                <a:lnTo>
                  <a:pt x="46530" y="4922"/>
                </a:lnTo>
                <a:lnTo>
                  <a:pt x="46211" y="4496"/>
                </a:lnTo>
                <a:lnTo>
                  <a:pt x="45892" y="4044"/>
                </a:lnTo>
                <a:lnTo>
                  <a:pt x="45546" y="3618"/>
                </a:lnTo>
                <a:lnTo>
                  <a:pt x="45200" y="3219"/>
                </a:lnTo>
                <a:lnTo>
                  <a:pt x="44828" y="2820"/>
                </a:lnTo>
                <a:lnTo>
                  <a:pt x="44455" y="2448"/>
                </a:lnTo>
                <a:lnTo>
                  <a:pt x="44056" y="2102"/>
                </a:lnTo>
                <a:lnTo>
                  <a:pt x="43630" y="1756"/>
                </a:lnTo>
                <a:lnTo>
                  <a:pt x="43205" y="1437"/>
                </a:lnTo>
                <a:lnTo>
                  <a:pt x="42779" y="1171"/>
                </a:lnTo>
                <a:lnTo>
                  <a:pt x="42300" y="905"/>
                </a:lnTo>
                <a:lnTo>
                  <a:pt x="41848" y="665"/>
                </a:lnTo>
                <a:lnTo>
                  <a:pt x="41342" y="479"/>
                </a:lnTo>
                <a:lnTo>
                  <a:pt x="40837" y="293"/>
                </a:lnTo>
                <a:lnTo>
                  <a:pt x="40278" y="160"/>
                </a:lnTo>
                <a:lnTo>
                  <a:pt x="39720" y="80"/>
                </a:lnTo>
                <a:lnTo>
                  <a:pt x="39134" y="27"/>
                </a:lnTo>
                <a:lnTo>
                  <a:pt x="385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30"/>
          <p:cNvSpPr/>
          <p:nvPr/>
        </p:nvSpPr>
        <p:spPr>
          <a:xfrm flipH="1">
            <a:off x="-107450" y="-39377"/>
            <a:ext cx="2171201" cy="1153998"/>
          </a:xfrm>
          <a:custGeom>
            <a:avLst/>
            <a:gdLst/>
            <a:ahLst/>
            <a:cxnLst/>
            <a:rect l="l" t="t" r="r" b="b"/>
            <a:pathLst>
              <a:path w="40997" h="21790" extrusionOk="0">
                <a:moveTo>
                  <a:pt x="851" y="1"/>
                </a:moveTo>
                <a:lnTo>
                  <a:pt x="532" y="799"/>
                </a:lnTo>
                <a:lnTo>
                  <a:pt x="293" y="1597"/>
                </a:lnTo>
                <a:lnTo>
                  <a:pt x="213" y="1970"/>
                </a:lnTo>
                <a:lnTo>
                  <a:pt x="106" y="2369"/>
                </a:lnTo>
                <a:lnTo>
                  <a:pt x="53" y="2768"/>
                </a:lnTo>
                <a:lnTo>
                  <a:pt x="27" y="3167"/>
                </a:lnTo>
                <a:lnTo>
                  <a:pt x="0" y="3566"/>
                </a:lnTo>
                <a:lnTo>
                  <a:pt x="0" y="3938"/>
                </a:lnTo>
                <a:lnTo>
                  <a:pt x="27" y="4337"/>
                </a:lnTo>
                <a:lnTo>
                  <a:pt x="80" y="4710"/>
                </a:lnTo>
                <a:lnTo>
                  <a:pt x="160" y="5109"/>
                </a:lnTo>
                <a:lnTo>
                  <a:pt x="266" y="5481"/>
                </a:lnTo>
                <a:lnTo>
                  <a:pt x="399" y="5854"/>
                </a:lnTo>
                <a:lnTo>
                  <a:pt x="585" y="6200"/>
                </a:lnTo>
                <a:lnTo>
                  <a:pt x="851" y="6652"/>
                </a:lnTo>
                <a:lnTo>
                  <a:pt x="1144" y="7051"/>
                </a:lnTo>
                <a:lnTo>
                  <a:pt x="1463" y="7423"/>
                </a:lnTo>
                <a:lnTo>
                  <a:pt x="1836" y="7743"/>
                </a:lnTo>
                <a:lnTo>
                  <a:pt x="2235" y="8062"/>
                </a:lnTo>
                <a:lnTo>
                  <a:pt x="2660" y="8328"/>
                </a:lnTo>
                <a:lnTo>
                  <a:pt x="3113" y="8567"/>
                </a:lnTo>
                <a:lnTo>
                  <a:pt x="3565" y="8780"/>
                </a:lnTo>
                <a:lnTo>
                  <a:pt x="4044" y="8940"/>
                </a:lnTo>
                <a:lnTo>
                  <a:pt x="4549" y="9099"/>
                </a:lnTo>
                <a:lnTo>
                  <a:pt x="5055" y="9206"/>
                </a:lnTo>
                <a:lnTo>
                  <a:pt x="5587" y="9312"/>
                </a:lnTo>
                <a:lnTo>
                  <a:pt x="6092" y="9365"/>
                </a:lnTo>
                <a:lnTo>
                  <a:pt x="6624" y="9392"/>
                </a:lnTo>
                <a:lnTo>
                  <a:pt x="7662" y="9392"/>
                </a:lnTo>
                <a:lnTo>
                  <a:pt x="8167" y="9339"/>
                </a:lnTo>
                <a:lnTo>
                  <a:pt x="8673" y="9286"/>
                </a:lnTo>
                <a:lnTo>
                  <a:pt x="9684" y="9099"/>
                </a:lnTo>
                <a:lnTo>
                  <a:pt x="10695" y="8913"/>
                </a:lnTo>
                <a:lnTo>
                  <a:pt x="11679" y="8647"/>
                </a:lnTo>
                <a:lnTo>
                  <a:pt x="13701" y="8168"/>
                </a:lnTo>
                <a:lnTo>
                  <a:pt x="14685" y="7929"/>
                </a:lnTo>
                <a:lnTo>
                  <a:pt x="15696" y="7743"/>
                </a:lnTo>
                <a:lnTo>
                  <a:pt x="16202" y="7689"/>
                </a:lnTo>
                <a:lnTo>
                  <a:pt x="16734" y="7636"/>
                </a:lnTo>
                <a:lnTo>
                  <a:pt x="17266" y="7610"/>
                </a:lnTo>
                <a:lnTo>
                  <a:pt x="17771" y="7583"/>
                </a:lnTo>
                <a:lnTo>
                  <a:pt x="18303" y="7610"/>
                </a:lnTo>
                <a:lnTo>
                  <a:pt x="18809" y="7636"/>
                </a:lnTo>
                <a:lnTo>
                  <a:pt x="19341" y="7716"/>
                </a:lnTo>
                <a:lnTo>
                  <a:pt x="19846" y="7796"/>
                </a:lnTo>
                <a:lnTo>
                  <a:pt x="20352" y="7902"/>
                </a:lnTo>
                <a:lnTo>
                  <a:pt x="20831" y="8062"/>
                </a:lnTo>
                <a:lnTo>
                  <a:pt x="21310" y="8248"/>
                </a:lnTo>
                <a:lnTo>
                  <a:pt x="21762" y="8461"/>
                </a:lnTo>
                <a:lnTo>
                  <a:pt x="22187" y="8700"/>
                </a:lnTo>
                <a:lnTo>
                  <a:pt x="22613" y="8993"/>
                </a:lnTo>
                <a:lnTo>
                  <a:pt x="22986" y="9286"/>
                </a:lnTo>
                <a:lnTo>
                  <a:pt x="23358" y="9658"/>
                </a:lnTo>
                <a:lnTo>
                  <a:pt x="23651" y="10004"/>
                </a:lnTo>
                <a:lnTo>
                  <a:pt x="23917" y="10350"/>
                </a:lnTo>
                <a:lnTo>
                  <a:pt x="24156" y="10722"/>
                </a:lnTo>
                <a:lnTo>
                  <a:pt x="24369" y="11121"/>
                </a:lnTo>
                <a:lnTo>
                  <a:pt x="24555" y="11520"/>
                </a:lnTo>
                <a:lnTo>
                  <a:pt x="24715" y="11946"/>
                </a:lnTo>
                <a:lnTo>
                  <a:pt x="24874" y="12372"/>
                </a:lnTo>
                <a:lnTo>
                  <a:pt x="25007" y="12797"/>
                </a:lnTo>
                <a:lnTo>
                  <a:pt x="25247" y="13675"/>
                </a:lnTo>
                <a:lnTo>
                  <a:pt x="25433" y="14580"/>
                </a:lnTo>
                <a:lnTo>
                  <a:pt x="25646" y="15484"/>
                </a:lnTo>
                <a:lnTo>
                  <a:pt x="25859" y="16389"/>
                </a:lnTo>
                <a:lnTo>
                  <a:pt x="25965" y="16814"/>
                </a:lnTo>
                <a:lnTo>
                  <a:pt x="26098" y="17267"/>
                </a:lnTo>
                <a:lnTo>
                  <a:pt x="26258" y="17719"/>
                </a:lnTo>
                <a:lnTo>
                  <a:pt x="26417" y="18145"/>
                </a:lnTo>
                <a:lnTo>
                  <a:pt x="26630" y="18570"/>
                </a:lnTo>
                <a:lnTo>
                  <a:pt x="26843" y="18996"/>
                </a:lnTo>
                <a:lnTo>
                  <a:pt x="27056" y="19395"/>
                </a:lnTo>
                <a:lnTo>
                  <a:pt x="27322" y="19767"/>
                </a:lnTo>
                <a:lnTo>
                  <a:pt x="27588" y="20140"/>
                </a:lnTo>
                <a:lnTo>
                  <a:pt x="27881" y="20459"/>
                </a:lnTo>
                <a:lnTo>
                  <a:pt x="28200" y="20778"/>
                </a:lnTo>
                <a:lnTo>
                  <a:pt x="28546" y="21044"/>
                </a:lnTo>
                <a:lnTo>
                  <a:pt x="28918" y="21284"/>
                </a:lnTo>
                <a:lnTo>
                  <a:pt x="29291" y="21470"/>
                </a:lnTo>
                <a:lnTo>
                  <a:pt x="29716" y="21630"/>
                </a:lnTo>
                <a:lnTo>
                  <a:pt x="30142" y="21736"/>
                </a:lnTo>
                <a:lnTo>
                  <a:pt x="30514" y="21763"/>
                </a:lnTo>
                <a:lnTo>
                  <a:pt x="30887" y="21789"/>
                </a:lnTo>
                <a:lnTo>
                  <a:pt x="31259" y="21763"/>
                </a:lnTo>
                <a:lnTo>
                  <a:pt x="31632" y="21683"/>
                </a:lnTo>
                <a:lnTo>
                  <a:pt x="31978" y="21603"/>
                </a:lnTo>
                <a:lnTo>
                  <a:pt x="32350" y="21470"/>
                </a:lnTo>
                <a:lnTo>
                  <a:pt x="32696" y="21310"/>
                </a:lnTo>
                <a:lnTo>
                  <a:pt x="33042" y="21151"/>
                </a:lnTo>
                <a:lnTo>
                  <a:pt x="33361" y="20938"/>
                </a:lnTo>
                <a:lnTo>
                  <a:pt x="33680" y="20725"/>
                </a:lnTo>
                <a:lnTo>
                  <a:pt x="33999" y="20486"/>
                </a:lnTo>
                <a:lnTo>
                  <a:pt x="34292" y="20246"/>
                </a:lnTo>
                <a:lnTo>
                  <a:pt x="34585" y="19980"/>
                </a:lnTo>
                <a:lnTo>
                  <a:pt x="34851" y="19688"/>
                </a:lnTo>
                <a:lnTo>
                  <a:pt x="35117" y="19395"/>
                </a:lnTo>
                <a:lnTo>
                  <a:pt x="35356" y="19102"/>
                </a:lnTo>
                <a:lnTo>
                  <a:pt x="35809" y="18490"/>
                </a:lnTo>
                <a:lnTo>
                  <a:pt x="36261" y="17852"/>
                </a:lnTo>
                <a:lnTo>
                  <a:pt x="37112" y="16575"/>
                </a:lnTo>
                <a:lnTo>
                  <a:pt x="37538" y="15936"/>
                </a:lnTo>
                <a:lnTo>
                  <a:pt x="37990" y="15298"/>
                </a:lnTo>
                <a:lnTo>
                  <a:pt x="38469" y="14713"/>
                </a:lnTo>
                <a:lnTo>
                  <a:pt x="38708" y="14447"/>
                </a:lnTo>
                <a:lnTo>
                  <a:pt x="38974" y="14154"/>
                </a:lnTo>
                <a:lnTo>
                  <a:pt x="39427" y="13782"/>
                </a:lnTo>
                <a:lnTo>
                  <a:pt x="39906" y="13409"/>
                </a:lnTo>
                <a:lnTo>
                  <a:pt x="40438" y="13116"/>
                </a:lnTo>
                <a:lnTo>
                  <a:pt x="40996" y="12850"/>
                </a:lnTo>
                <a:lnTo>
                  <a:pt x="4099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4246442" y="1394384"/>
            <a:ext cx="4657060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sales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inventory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reorder planning.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product profitability drivers.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 and location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efficiency.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9"/>
          <p:cNvSpPr txBox="1">
            <a:spLocks noGrp="1"/>
          </p:cNvSpPr>
          <p:nvPr>
            <p:ph type="title" idx="4"/>
          </p:nvPr>
        </p:nvSpPr>
        <p:spPr>
          <a:xfrm flipH="1">
            <a:off x="4688568" y="1486772"/>
            <a:ext cx="759000" cy="3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07" name="Google Shape;207;p29"/>
          <p:cNvSpPr txBox="1">
            <a:spLocks noGrp="1"/>
          </p:cNvSpPr>
          <p:nvPr>
            <p:ph type="title" idx="9"/>
          </p:nvPr>
        </p:nvSpPr>
        <p:spPr>
          <a:xfrm flipH="1">
            <a:off x="4688568" y="2553461"/>
            <a:ext cx="759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208" name="Google Shape;208;p29"/>
          <p:cNvSpPr txBox="1">
            <a:spLocks noGrp="1"/>
          </p:cNvSpPr>
          <p:nvPr>
            <p:ph type="title" idx="3"/>
          </p:nvPr>
        </p:nvSpPr>
        <p:spPr>
          <a:xfrm>
            <a:off x="761688" y="1486772"/>
            <a:ext cx="759000" cy="3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09" name="Google Shape;209;p29"/>
          <p:cNvSpPr txBox="1">
            <a:spLocks noGrp="1"/>
          </p:cNvSpPr>
          <p:nvPr>
            <p:ph type="title" idx="5"/>
          </p:nvPr>
        </p:nvSpPr>
        <p:spPr>
          <a:xfrm>
            <a:off x="394972" y="89628"/>
            <a:ext cx="7704000" cy="5297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Google Shape;216;p29"/>
          <p:cNvSpPr txBox="1">
            <a:spLocks noGrp="1"/>
          </p:cNvSpPr>
          <p:nvPr>
            <p:ph type="title" idx="15"/>
          </p:nvPr>
        </p:nvSpPr>
        <p:spPr>
          <a:xfrm>
            <a:off x="761688" y="3614113"/>
            <a:ext cx="759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title" idx="16"/>
          </p:nvPr>
        </p:nvSpPr>
        <p:spPr>
          <a:xfrm flipH="1">
            <a:off x="4688568" y="3614113"/>
            <a:ext cx="759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6" y="744075"/>
            <a:ext cx="8098972" cy="36187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>
            <a:spLocks noGrp="1"/>
          </p:cNvSpPr>
          <p:nvPr>
            <p:ph type="title"/>
          </p:nvPr>
        </p:nvSpPr>
        <p:spPr>
          <a:xfrm>
            <a:off x="611143" y="322217"/>
            <a:ext cx="7704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STRUCTURE</a:t>
            </a:r>
            <a:endParaRPr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18457" y="1124857"/>
            <a:ext cx="759668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 – 122,983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 – 23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 The geographical region of the dairy farm.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Land Area (acres): The size of the dairy farm.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Cows: Total number of cows at the farm.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Farm Size: Categorization of farms as Small, Medium, or Large.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Date of data collection.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Name: Type of dairy product.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Brand: The brand associated with the dairy product.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(liters/kg): The total quantity available.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" name="Google Shape;249;p32"/>
          <p:cNvGrpSpPr/>
          <p:nvPr/>
        </p:nvGrpSpPr>
        <p:grpSpPr>
          <a:xfrm>
            <a:off x="2963700" y="1665400"/>
            <a:ext cx="334750" cy="335900"/>
            <a:chOff x="238125" y="1303950"/>
            <a:chExt cx="334750" cy="335900"/>
          </a:xfrm>
        </p:grpSpPr>
        <p:sp>
          <p:nvSpPr>
            <p:cNvPr id="250" name="Google Shape;250;p32"/>
            <p:cNvSpPr/>
            <p:nvPr/>
          </p:nvSpPr>
          <p:spPr>
            <a:xfrm>
              <a:off x="238125" y="1529025"/>
              <a:ext cx="334750" cy="110825"/>
            </a:xfrm>
            <a:custGeom>
              <a:avLst/>
              <a:gdLst/>
              <a:ahLst/>
              <a:cxnLst/>
              <a:rect l="l" t="t" r="r" b="b"/>
              <a:pathLst>
                <a:path w="13390" h="4433" extrusionOk="0">
                  <a:moveTo>
                    <a:pt x="2659" y="2100"/>
                  </a:moveTo>
                  <a:lnTo>
                    <a:pt x="2799" y="2194"/>
                  </a:lnTo>
                  <a:lnTo>
                    <a:pt x="2846" y="2334"/>
                  </a:lnTo>
                  <a:lnTo>
                    <a:pt x="2892" y="2474"/>
                  </a:lnTo>
                  <a:lnTo>
                    <a:pt x="2846" y="2614"/>
                  </a:lnTo>
                  <a:lnTo>
                    <a:pt x="2799" y="2754"/>
                  </a:lnTo>
                  <a:lnTo>
                    <a:pt x="2659" y="2847"/>
                  </a:lnTo>
                  <a:lnTo>
                    <a:pt x="2333" y="2847"/>
                  </a:lnTo>
                  <a:lnTo>
                    <a:pt x="2239" y="2754"/>
                  </a:lnTo>
                  <a:lnTo>
                    <a:pt x="2146" y="2614"/>
                  </a:lnTo>
                  <a:lnTo>
                    <a:pt x="2099" y="2474"/>
                  </a:lnTo>
                  <a:lnTo>
                    <a:pt x="2146" y="2334"/>
                  </a:lnTo>
                  <a:lnTo>
                    <a:pt x="2239" y="2194"/>
                  </a:lnTo>
                  <a:lnTo>
                    <a:pt x="2333" y="2100"/>
                  </a:lnTo>
                  <a:close/>
                  <a:moveTo>
                    <a:pt x="4759" y="2100"/>
                  </a:moveTo>
                  <a:lnTo>
                    <a:pt x="4899" y="2194"/>
                  </a:lnTo>
                  <a:lnTo>
                    <a:pt x="4945" y="2334"/>
                  </a:lnTo>
                  <a:lnTo>
                    <a:pt x="4992" y="2474"/>
                  </a:lnTo>
                  <a:lnTo>
                    <a:pt x="4945" y="2614"/>
                  </a:lnTo>
                  <a:lnTo>
                    <a:pt x="4899" y="2754"/>
                  </a:lnTo>
                  <a:lnTo>
                    <a:pt x="4759" y="2847"/>
                  </a:lnTo>
                  <a:lnTo>
                    <a:pt x="4432" y="2847"/>
                  </a:lnTo>
                  <a:lnTo>
                    <a:pt x="4339" y="2754"/>
                  </a:lnTo>
                  <a:lnTo>
                    <a:pt x="4245" y="2614"/>
                  </a:lnTo>
                  <a:lnTo>
                    <a:pt x="4199" y="2474"/>
                  </a:lnTo>
                  <a:lnTo>
                    <a:pt x="4245" y="2334"/>
                  </a:lnTo>
                  <a:lnTo>
                    <a:pt x="4339" y="2194"/>
                  </a:lnTo>
                  <a:lnTo>
                    <a:pt x="4432" y="2100"/>
                  </a:lnTo>
                  <a:close/>
                  <a:moveTo>
                    <a:pt x="6858" y="2100"/>
                  </a:moveTo>
                  <a:lnTo>
                    <a:pt x="6998" y="2194"/>
                  </a:lnTo>
                  <a:lnTo>
                    <a:pt x="7045" y="2334"/>
                  </a:lnTo>
                  <a:lnTo>
                    <a:pt x="7091" y="2474"/>
                  </a:lnTo>
                  <a:lnTo>
                    <a:pt x="7045" y="2614"/>
                  </a:lnTo>
                  <a:lnTo>
                    <a:pt x="6998" y="2754"/>
                  </a:lnTo>
                  <a:lnTo>
                    <a:pt x="6858" y="2847"/>
                  </a:lnTo>
                  <a:lnTo>
                    <a:pt x="6531" y="2847"/>
                  </a:lnTo>
                  <a:lnTo>
                    <a:pt x="6438" y="2754"/>
                  </a:lnTo>
                  <a:lnTo>
                    <a:pt x="6345" y="2614"/>
                  </a:lnTo>
                  <a:lnTo>
                    <a:pt x="6298" y="2474"/>
                  </a:lnTo>
                  <a:lnTo>
                    <a:pt x="6345" y="2334"/>
                  </a:lnTo>
                  <a:lnTo>
                    <a:pt x="6438" y="2194"/>
                  </a:lnTo>
                  <a:lnTo>
                    <a:pt x="6531" y="2100"/>
                  </a:lnTo>
                  <a:close/>
                  <a:moveTo>
                    <a:pt x="8957" y="2100"/>
                  </a:moveTo>
                  <a:lnTo>
                    <a:pt x="9097" y="2194"/>
                  </a:lnTo>
                  <a:lnTo>
                    <a:pt x="9144" y="2334"/>
                  </a:lnTo>
                  <a:lnTo>
                    <a:pt x="9191" y="2474"/>
                  </a:lnTo>
                  <a:lnTo>
                    <a:pt x="9144" y="2614"/>
                  </a:lnTo>
                  <a:lnTo>
                    <a:pt x="9097" y="2754"/>
                  </a:lnTo>
                  <a:lnTo>
                    <a:pt x="8957" y="2847"/>
                  </a:lnTo>
                  <a:lnTo>
                    <a:pt x="8631" y="2847"/>
                  </a:lnTo>
                  <a:lnTo>
                    <a:pt x="8538" y="2754"/>
                  </a:lnTo>
                  <a:lnTo>
                    <a:pt x="8444" y="2614"/>
                  </a:lnTo>
                  <a:lnTo>
                    <a:pt x="8398" y="2474"/>
                  </a:lnTo>
                  <a:lnTo>
                    <a:pt x="8444" y="2334"/>
                  </a:lnTo>
                  <a:lnTo>
                    <a:pt x="8538" y="2194"/>
                  </a:lnTo>
                  <a:lnTo>
                    <a:pt x="8631" y="2100"/>
                  </a:lnTo>
                  <a:close/>
                  <a:moveTo>
                    <a:pt x="11057" y="2100"/>
                  </a:moveTo>
                  <a:lnTo>
                    <a:pt x="11197" y="2194"/>
                  </a:lnTo>
                  <a:lnTo>
                    <a:pt x="11243" y="2334"/>
                  </a:lnTo>
                  <a:lnTo>
                    <a:pt x="11290" y="2474"/>
                  </a:lnTo>
                  <a:lnTo>
                    <a:pt x="11243" y="2614"/>
                  </a:lnTo>
                  <a:lnTo>
                    <a:pt x="11197" y="2754"/>
                  </a:lnTo>
                  <a:lnTo>
                    <a:pt x="11057" y="2847"/>
                  </a:lnTo>
                  <a:lnTo>
                    <a:pt x="10730" y="2847"/>
                  </a:lnTo>
                  <a:lnTo>
                    <a:pt x="10637" y="2754"/>
                  </a:lnTo>
                  <a:lnTo>
                    <a:pt x="10544" y="2614"/>
                  </a:lnTo>
                  <a:lnTo>
                    <a:pt x="10497" y="2474"/>
                  </a:lnTo>
                  <a:lnTo>
                    <a:pt x="10544" y="2334"/>
                  </a:lnTo>
                  <a:lnTo>
                    <a:pt x="10637" y="2194"/>
                  </a:lnTo>
                  <a:lnTo>
                    <a:pt x="10730" y="2100"/>
                  </a:lnTo>
                  <a:close/>
                  <a:moveTo>
                    <a:pt x="233" y="1"/>
                  </a:moveTo>
                  <a:lnTo>
                    <a:pt x="140" y="94"/>
                  </a:lnTo>
                  <a:lnTo>
                    <a:pt x="47" y="234"/>
                  </a:lnTo>
                  <a:lnTo>
                    <a:pt x="0" y="374"/>
                  </a:lnTo>
                  <a:lnTo>
                    <a:pt x="0" y="4060"/>
                  </a:lnTo>
                  <a:lnTo>
                    <a:pt x="47" y="4200"/>
                  </a:lnTo>
                  <a:lnTo>
                    <a:pt x="140" y="4340"/>
                  </a:lnTo>
                  <a:lnTo>
                    <a:pt x="233" y="4433"/>
                  </a:lnTo>
                  <a:lnTo>
                    <a:pt x="13156" y="4433"/>
                  </a:lnTo>
                  <a:lnTo>
                    <a:pt x="13296" y="4340"/>
                  </a:lnTo>
                  <a:lnTo>
                    <a:pt x="13343" y="4200"/>
                  </a:lnTo>
                  <a:lnTo>
                    <a:pt x="13389" y="4060"/>
                  </a:lnTo>
                  <a:lnTo>
                    <a:pt x="13389" y="374"/>
                  </a:lnTo>
                  <a:lnTo>
                    <a:pt x="13343" y="234"/>
                  </a:lnTo>
                  <a:lnTo>
                    <a:pt x="13296" y="94"/>
                  </a:lnTo>
                  <a:lnTo>
                    <a:pt x="13156" y="1"/>
                  </a:lnTo>
                  <a:lnTo>
                    <a:pt x="12596" y="1"/>
                  </a:lnTo>
                  <a:lnTo>
                    <a:pt x="12270" y="94"/>
                  </a:lnTo>
                  <a:lnTo>
                    <a:pt x="11990" y="188"/>
                  </a:lnTo>
                  <a:lnTo>
                    <a:pt x="11757" y="281"/>
                  </a:lnTo>
                  <a:lnTo>
                    <a:pt x="11430" y="421"/>
                  </a:lnTo>
                  <a:lnTo>
                    <a:pt x="11197" y="514"/>
                  </a:lnTo>
                  <a:lnTo>
                    <a:pt x="10637" y="514"/>
                  </a:lnTo>
                  <a:lnTo>
                    <a:pt x="10404" y="421"/>
                  </a:lnTo>
                  <a:lnTo>
                    <a:pt x="10030" y="281"/>
                  </a:lnTo>
                  <a:lnTo>
                    <a:pt x="9797" y="188"/>
                  </a:lnTo>
                  <a:lnTo>
                    <a:pt x="9517" y="94"/>
                  </a:lnTo>
                  <a:lnTo>
                    <a:pt x="9191" y="1"/>
                  </a:lnTo>
                  <a:lnTo>
                    <a:pt x="8398" y="1"/>
                  </a:lnTo>
                  <a:lnTo>
                    <a:pt x="8071" y="94"/>
                  </a:lnTo>
                  <a:lnTo>
                    <a:pt x="7791" y="188"/>
                  </a:lnTo>
                  <a:lnTo>
                    <a:pt x="7558" y="281"/>
                  </a:lnTo>
                  <a:lnTo>
                    <a:pt x="7231" y="421"/>
                  </a:lnTo>
                  <a:lnTo>
                    <a:pt x="6998" y="514"/>
                  </a:lnTo>
                  <a:lnTo>
                    <a:pt x="6438" y="514"/>
                  </a:lnTo>
                  <a:lnTo>
                    <a:pt x="6205" y="421"/>
                  </a:lnTo>
                  <a:lnTo>
                    <a:pt x="5832" y="281"/>
                  </a:lnTo>
                  <a:lnTo>
                    <a:pt x="5598" y="188"/>
                  </a:lnTo>
                  <a:lnTo>
                    <a:pt x="5365" y="94"/>
                  </a:lnTo>
                  <a:lnTo>
                    <a:pt x="5039" y="1"/>
                  </a:lnTo>
                  <a:lnTo>
                    <a:pt x="4199" y="1"/>
                  </a:lnTo>
                  <a:lnTo>
                    <a:pt x="3872" y="94"/>
                  </a:lnTo>
                  <a:lnTo>
                    <a:pt x="3592" y="188"/>
                  </a:lnTo>
                  <a:lnTo>
                    <a:pt x="3406" y="281"/>
                  </a:lnTo>
                  <a:lnTo>
                    <a:pt x="3032" y="421"/>
                  </a:lnTo>
                  <a:lnTo>
                    <a:pt x="2799" y="514"/>
                  </a:lnTo>
                  <a:lnTo>
                    <a:pt x="2239" y="514"/>
                  </a:lnTo>
                  <a:lnTo>
                    <a:pt x="2006" y="421"/>
                  </a:lnTo>
                  <a:lnTo>
                    <a:pt x="1633" y="281"/>
                  </a:lnTo>
                  <a:lnTo>
                    <a:pt x="1400" y="188"/>
                  </a:lnTo>
                  <a:lnTo>
                    <a:pt x="1166" y="94"/>
                  </a:lnTo>
                  <a:lnTo>
                    <a:pt x="8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32"/>
            <p:cNvSpPr/>
            <p:nvPr/>
          </p:nvSpPr>
          <p:spPr>
            <a:xfrm>
              <a:off x="238125" y="1303950"/>
              <a:ext cx="334750" cy="32675"/>
            </a:xfrm>
            <a:custGeom>
              <a:avLst/>
              <a:gdLst/>
              <a:ahLst/>
              <a:cxnLst/>
              <a:rect l="l" t="t" r="r" b="b"/>
              <a:pathLst>
                <a:path w="13390" h="1307" extrusionOk="0">
                  <a:moveTo>
                    <a:pt x="420" y="0"/>
                  </a:moveTo>
                  <a:lnTo>
                    <a:pt x="233" y="47"/>
                  </a:lnTo>
                  <a:lnTo>
                    <a:pt x="140" y="140"/>
                  </a:lnTo>
                  <a:lnTo>
                    <a:pt x="47" y="233"/>
                  </a:lnTo>
                  <a:lnTo>
                    <a:pt x="0" y="420"/>
                  </a:lnTo>
                  <a:lnTo>
                    <a:pt x="0" y="933"/>
                  </a:lnTo>
                  <a:lnTo>
                    <a:pt x="47" y="1073"/>
                  </a:lnTo>
                  <a:lnTo>
                    <a:pt x="140" y="1213"/>
                  </a:lnTo>
                  <a:lnTo>
                    <a:pt x="233" y="1306"/>
                  </a:lnTo>
                  <a:lnTo>
                    <a:pt x="13156" y="1306"/>
                  </a:lnTo>
                  <a:lnTo>
                    <a:pt x="13296" y="1213"/>
                  </a:lnTo>
                  <a:lnTo>
                    <a:pt x="13343" y="1073"/>
                  </a:lnTo>
                  <a:lnTo>
                    <a:pt x="13389" y="933"/>
                  </a:lnTo>
                  <a:lnTo>
                    <a:pt x="13389" y="420"/>
                  </a:lnTo>
                  <a:lnTo>
                    <a:pt x="13343" y="233"/>
                  </a:lnTo>
                  <a:lnTo>
                    <a:pt x="13296" y="140"/>
                  </a:lnTo>
                  <a:lnTo>
                    <a:pt x="13156" y="47"/>
                  </a:lnTo>
                  <a:lnTo>
                    <a:pt x="130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32"/>
            <p:cNvSpPr/>
            <p:nvPr/>
          </p:nvSpPr>
          <p:spPr>
            <a:xfrm>
              <a:off x="386225" y="1441575"/>
              <a:ext cx="39700" cy="66500"/>
            </a:xfrm>
            <a:custGeom>
              <a:avLst/>
              <a:gdLst/>
              <a:ahLst/>
              <a:cxnLst/>
              <a:rect l="l" t="t" r="r" b="b"/>
              <a:pathLst>
                <a:path w="1588" h="2660" extrusionOk="0">
                  <a:moveTo>
                    <a:pt x="1" y="0"/>
                  </a:moveTo>
                  <a:lnTo>
                    <a:pt x="1" y="793"/>
                  </a:lnTo>
                  <a:lnTo>
                    <a:pt x="1" y="1026"/>
                  </a:lnTo>
                  <a:lnTo>
                    <a:pt x="94" y="1213"/>
                  </a:lnTo>
                  <a:lnTo>
                    <a:pt x="234" y="1353"/>
                  </a:lnTo>
                  <a:lnTo>
                    <a:pt x="374" y="1493"/>
                  </a:lnTo>
                  <a:lnTo>
                    <a:pt x="374" y="2239"/>
                  </a:lnTo>
                  <a:lnTo>
                    <a:pt x="421" y="2379"/>
                  </a:lnTo>
                  <a:lnTo>
                    <a:pt x="514" y="2519"/>
                  </a:lnTo>
                  <a:lnTo>
                    <a:pt x="607" y="2613"/>
                  </a:lnTo>
                  <a:lnTo>
                    <a:pt x="794" y="2659"/>
                  </a:lnTo>
                  <a:lnTo>
                    <a:pt x="934" y="2613"/>
                  </a:lnTo>
                  <a:lnTo>
                    <a:pt x="1074" y="2519"/>
                  </a:lnTo>
                  <a:lnTo>
                    <a:pt x="1121" y="2379"/>
                  </a:lnTo>
                  <a:lnTo>
                    <a:pt x="1167" y="2239"/>
                  </a:lnTo>
                  <a:lnTo>
                    <a:pt x="1167" y="1493"/>
                  </a:lnTo>
                  <a:lnTo>
                    <a:pt x="1354" y="1353"/>
                  </a:lnTo>
                  <a:lnTo>
                    <a:pt x="1447" y="1213"/>
                  </a:lnTo>
                  <a:lnTo>
                    <a:pt x="1540" y="1026"/>
                  </a:lnTo>
                  <a:lnTo>
                    <a:pt x="1587" y="793"/>
                  </a:lnTo>
                  <a:lnTo>
                    <a:pt x="15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32"/>
            <p:cNvSpPr/>
            <p:nvPr/>
          </p:nvSpPr>
          <p:spPr>
            <a:xfrm>
              <a:off x="386225" y="1396075"/>
              <a:ext cx="39700" cy="25675"/>
            </a:xfrm>
            <a:custGeom>
              <a:avLst/>
              <a:gdLst/>
              <a:ahLst/>
              <a:cxnLst/>
              <a:rect l="l" t="t" r="r" b="b"/>
              <a:pathLst>
                <a:path w="1588" h="1027" extrusionOk="0">
                  <a:moveTo>
                    <a:pt x="1" y="1"/>
                  </a:moveTo>
                  <a:lnTo>
                    <a:pt x="1" y="1027"/>
                  </a:lnTo>
                  <a:lnTo>
                    <a:pt x="1587" y="1027"/>
                  </a:lnTo>
                  <a:lnTo>
                    <a:pt x="15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32"/>
            <p:cNvSpPr/>
            <p:nvPr/>
          </p:nvSpPr>
          <p:spPr>
            <a:xfrm>
              <a:off x="369900" y="1356425"/>
              <a:ext cx="72350" cy="19850"/>
            </a:xfrm>
            <a:custGeom>
              <a:avLst/>
              <a:gdLst/>
              <a:ahLst/>
              <a:cxnLst/>
              <a:rect l="l" t="t" r="r" b="b"/>
              <a:pathLst>
                <a:path w="2894" h="794" extrusionOk="0">
                  <a:moveTo>
                    <a:pt x="1" y="0"/>
                  </a:moveTo>
                  <a:lnTo>
                    <a:pt x="1" y="280"/>
                  </a:lnTo>
                  <a:lnTo>
                    <a:pt x="47" y="467"/>
                  </a:lnTo>
                  <a:lnTo>
                    <a:pt x="141" y="654"/>
                  </a:lnTo>
                  <a:lnTo>
                    <a:pt x="327" y="747"/>
                  </a:lnTo>
                  <a:lnTo>
                    <a:pt x="514" y="793"/>
                  </a:lnTo>
                  <a:lnTo>
                    <a:pt x="2333" y="793"/>
                  </a:lnTo>
                  <a:lnTo>
                    <a:pt x="2567" y="747"/>
                  </a:lnTo>
                  <a:lnTo>
                    <a:pt x="2707" y="654"/>
                  </a:lnTo>
                  <a:lnTo>
                    <a:pt x="2847" y="467"/>
                  </a:lnTo>
                  <a:lnTo>
                    <a:pt x="2893" y="280"/>
                  </a:lnTo>
                  <a:lnTo>
                    <a:pt x="28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32"/>
            <p:cNvSpPr/>
            <p:nvPr/>
          </p:nvSpPr>
          <p:spPr>
            <a:xfrm>
              <a:off x="491200" y="1441575"/>
              <a:ext cx="39675" cy="66500"/>
            </a:xfrm>
            <a:custGeom>
              <a:avLst/>
              <a:gdLst/>
              <a:ahLst/>
              <a:cxnLst/>
              <a:rect l="l" t="t" r="r" b="b"/>
              <a:pathLst>
                <a:path w="1587" h="2660" extrusionOk="0">
                  <a:moveTo>
                    <a:pt x="1" y="0"/>
                  </a:moveTo>
                  <a:lnTo>
                    <a:pt x="1" y="793"/>
                  </a:lnTo>
                  <a:lnTo>
                    <a:pt x="1" y="1026"/>
                  </a:lnTo>
                  <a:lnTo>
                    <a:pt x="94" y="1213"/>
                  </a:lnTo>
                  <a:lnTo>
                    <a:pt x="234" y="1353"/>
                  </a:lnTo>
                  <a:lnTo>
                    <a:pt x="374" y="1493"/>
                  </a:lnTo>
                  <a:lnTo>
                    <a:pt x="374" y="2239"/>
                  </a:lnTo>
                  <a:lnTo>
                    <a:pt x="421" y="2379"/>
                  </a:lnTo>
                  <a:lnTo>
                    <a:pt x="514" y="2519"/>
                  </a:lnTo>
                  <a:lnTo>
                    <a:pt x="607" y="2613"/>
                  </a:lnTo>
                  <a:lnTo>
                    <a:pt x="794" y="2659"/>
                  </a:lnTo>
                  <a:lnTo>
                    <a:pt x="934" y="2613"/>
                  </a:lnTo>
                  <a:lnTo>
                    <a:pt x="1074" y="2519"/>
                  </a:lnTo>
                  <a:lnTo>
                    <a:pt x="1120" y="2379"/>
                  </a:lnTo>
                  <a:lnTo>
                    <a:pt x="1167" y="2239"/>
                  </a:lnTo>
                  <a:lnTo>
                    <a:pt x="1167" y="1493"/>
                  </a:lnTo>
                  <a:lnTo>
                    <a:pt x="1354" y="1353"/>
                  </a:lnTo>
                  <a:lnTo>
                    <a:pt x="1447" y="1213"/>
                  </a:lnTo>
                  <a:lnTo>
                    <a:pt x="1540" y="1026"/>
                  </a:lnTo>
                  <a:lnTo>
                    <a:pt x="1587" y="793"/>
                  </a:lnTo>
                  <a:lnTo>
                    <a:pt x="158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32"/>
            <p:cNvSpPr/>
            <p:nvPr/>
          </p:nvSpPr>
          <p:spPr>
            <a:xfrm>
              <a:off x="491200" y="1396075"/>
              <a:ext cx="39675" cy="25675"/>
            </a:xfrm>
            <a:custGeom>
              <a:avLst/>
              <a:gdLst/>
              <a:ahLst/>
              <a:cxnLst/>
              <a:rect l="l" t="t" r="r" b="b"/>
              <a:pathLst>
                <a:path w="1587" h="1027" extrusionOk="0">
                  <a:moveTo>
                    <a:pt x="1" y="1"/>
                  </a:moveTo>
                  <a:lnTo>
                    <a:pt x="1" y="1027"/>
                  </a:lnTo>
                  <a:lnTo>
                    <a:pt x="1587" y="1027"/>
                  </a:lnTo>
                  <a:lnTo>
                    <a:pt x="15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32"/>
            <p:cNvSpPr/>
            <p:nvPr/>
          </p:nvSpPr>
          <p:spPr>
            <a:xfrm>
              <a:off x="474875" y="1356425"/>
              <a:ext cx="72350" cy="19850"/>
            </a:xfrm>
            <a:custGeom>
              <a:avLst/>
              <a:gdLst/>
              <a:ahLst/>
              <a:cxnLst/>
              <a:rect l="l" t="t" r="r" b="b"/>
              <a:pathLst>
                <a:path w="2894" h="794" extrusionOk="0">
                  <a:moveTo>
                    <a:pt x="1" y="0"/>
                  </a:moveTo>
                  <a:lnTo>
                    <a:pt x="1" y="280"/>
                  </a:lnTo>
                  <a:lnTo>
                    <a:pt x="47" y="467"/>
                  </a:lnTo>
                  <a:lnTo>
                    <a:pt x="141" y="654"/>
                  </a:lnTo>
                  <a:lnTo>
                    <a:pt x="327" y="747"/>
                  </a:lnTo>
                  <a:lnTo>
                    <a:pt x="514" y="793"/>
                  </a:lnTo>
                  <a:lnTo>
                    <a:pt x="2333" y="793"/>
                  </a:lnTo>
                  <a:lnTo>
                    <a:pt x="2566" y="747"/>
                  </a:lnTo>
                  <a:lnTo>
                    <a:pt x="2706" y="654"/>
                  </a:lnTo>
                  <a:lnTo>
                    <a:pt x="2846" y="467"/>
                  </a:lnTo>
                  <a:lnTo>
                    <a:pt x="2893" y="280"/>
                  </a:lnTo>
                  <a:lnTo>
                    <a:pt x="28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32"/>
            <p:cNvSpPr/>
            <p:nvPr/>
          </p:nvSpPr>
          <p:spPr>
            <a:xfrm>
              <a:off x="281275" y="1441575"/>
              <a:ext cx="39675" cy="66500"/>
            </a:xfrm>
            <a:custGeom>
              <a:avLst/>
              <a:gdLst/>
              <a:ahLst/>
              <a:cxnLst/>
              <a:rect l="l" t="t" r="r" b="b"/>
              <a:pathLst>
                <a:path w="1587" h="2660" extrusionOk="0">
                  <a:moveTo>
                    <a:pt x="0" y="0"/>
                  </a:moveTo>
                  <a:lnTo>
                    <a:pt x="0" y="793"/>
                  </a:lnTo>
                  <a:lnTo>
                    <a:pt x="0" y="1026"/>
                  </a:lnTo>
                  <a:lnTo>
                    <a:pt x="93" y="1213"/>
                  </a:lnTo>
                  <a:lnTo>
                    <a:pt x="233" y="1353"/>
                  </a:lnTo>
                  <a:lnTo>
                    <a:pt x="373" y="1493"/>
                  </a:lnTo>
                  <a:lnTo>
                    <a:pt x="373" y="2239"/>
                  </a:lnTo>
                  <a:lnTo>
                    <a:pt x="420" y="2379"/>
                  </a:lnTo>
                  <a:lnTo>
                    <a:pt x="513" y="2519"/>
                  </a:lnTo>
                  <a:lnTo>
                    <a:pt x="607" y="2613"/>
                  </a:lnTo>
                  <a:lnTo>
                    <a:pt x="793" y="2659"/>
                  </a:lnTo>
                  <a:lnTo>
                    <a:pt x="933" y="2613"/>
                  </a:lnTo>
                  <a:lnTo>
                    <a:pt x="1073" y="2519"/>
                  </a:lnTo>
                  <a:lnTo>
                    <a:pt x="1120" y="2379"/>
                  </a:lnTo>
                  <a:lnTo>
                    <a:pt x="1166" y="2239"/>
                  </a:lnTo>
                  <a:lnTo>
                    <a:pt x="1166" y="1493"/>
                  </a:lnTo>
                  <a:lnTo>
                    <a:pt x="1353" y="1353"/>
                  </a:lnTo>
                  <a:lnTo>
                    <a:pt x="1446" y="1213"/>
                  </a:lnTo>
                  <a:lnTo>
                    <a:pt x="1540" y="1026"/>
                  </a:lnTo>
                  <a:lnTo>
                    <a:pt x="1586" y="793"/>
                  </a:lnTo>
                  <a:lnTo>
                    <a:pt x="158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32"/>
            <p:cNvSpPr/>
            <p:nvPr/>
          </p:nvSpPr>
          <p:spPr>
            <a:xfrm>
              <a:off x="281275" y="1396075"/>
              <a:ext cx="39675" cy="25675"/>
            </a:xfrm>
            <a:custGeom>
              <a:avLst/>
              <a:gdLst/>
              <a:ahLst/>
              <a:cxnLst/>
              <a:rect l="l" t="t" r="r" b="b"/>
              <a:pathLst>
                <a:path w="1587" h="1027" extrusionOk="0">
                  <a:moveTo>
                    <a:pt x="0" y="1"/>
                  </a:moveTo>
                  <a:lnTo>
                    <a:pt x="0" y="1027"/>
                  </a:lnTo>
                  <a:lnTo>
                    <a:pt x="1586" y="1027"/>
                  </a:lnTo>
                  <a:lnTo>
                    <a:pt x="1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32"/>
            <p:cNvSpPr/>
            <p:nvPr/>
          </p:nvSpPr>
          <p:spPr>
            <a:xfrm>
              <a:off x="264950" y="1356425"/>
              <a:ext cx="72325" cy="19850"/>
            </a:xfrm>
            <a:custGeom>
              <a:avLst/>
              <a:gdLst/>
              <a:ahLst/>
              <a:cxnLst/>
              <a:rect l="l" t="t" r="r" b="b"/>
              <a:pathLst>
                <a:path w="2893" h="794" extrusionOk="0">
                  <a:moveTo>
                    <a:pt x="0" y="0"/>
                  </a:moveTo>
                  <a:lnTo>
                    <a:pt x="0" y="280"/>
                  </a:lnTo>
                  <a:lnTo>
                    <a:pt x="47" y="467"/>
                  </a:lnTo>
                  <a:lnTo>
                    <a:pt x="140" y="654"/>
                  </a:lnTo>
                  <a:lnTo>
                    <a:pt x="327" y="747"/>
                  </a:lnTo>
                  <a:lnTo>
                    <a:pt x="513" y="793"/>
                  </a:lnTo>
                  <a:lnTo>
                    <a:pt x="2333" y="793"/>
                  </a:lnTo>
                  <a:lnTo>
                    <a:pt x="2566" y="747"/>
                  </a:lnTo>
                  <a:lnTo>
                    <a:pt x="2706" y="654"/>
                  </a:lnTo>
                  <a:lnTo>
                    <a:pt x="2846" y="467"/>
                  </a:lnTo>
                  <a:lnTo>
                    <a:pt x="2893" y="280"/>
                  </a:lnTo>
                  <a:lnTo>
                    <a:pt x="28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" name="Google Shape;261;p32"/>
          <p:cNvGrpSpPr/>
          <p:nvPr/>
        </p:nvGrpSpPr>
        <p:grpSpPr>
          <a:xfrm>
            <a:off x="5845263" y="1665400"/>
            <a:ext cx="335925" cy="335900"/>
            <a:chOff x="991550" y="1303950"/>
            <a:chExt cx="335925" cy="335900"/>
          </a:xfrm>
        </p:grpSpPr>
        <p:sp>
          <p:nvSpPr>
            <p:cNvPr id="262" name="Google Shape;262;p32"/>
            <p:cNvSpPr/>
            <p:nvPr/>
          </p:nvSpPr>
          <p:spPr>
            <a:xfrm>
              <a:off x="1286650" y="1482375"/>
              <a:ext cx="40825" cy="157475"/>
            </a:xfrm>
            <a:custGeom>
              <a:avLst/>
              <a:gdLst/>
              <a:ahLst/>
              <a:cxnLst/>
              <a:rect l="l" t="t" r="r" b="b"/>
              <a:pathLst>
                <a:path w="1633" h="6299" extrusionOk="0">
                  <a:moveTo>
                    <a:pt x="0" y="1"/>
                  </a:moveTo>
                  <a:lnTo>
                    <a:pt x="0" y="6299"/>
                  </a:lnTo>
                  <a:lnTo>
                    <a:pt x="1353" y="6299"/>
                  </a:lnTo>
                  <a:lnTo>
                    <a:pt x="1493" y="6206"/>
                  </a:lnTo>
                  <a:lnTo>
                    <a:pt x="1586" y="6066"/>
                  </a:lnTo>
                  <a:lnTo>
                    <a:pt x="1633" y="5926"/>
                  </a:lnTo>
                  <a:lnTo>
                    <a:pt x="1633" y="421"/>
                  </a:lnTo>
                  <a:lnTo>
                    <a:pt x="1586" y="234"/>
                  </a:lnTo>
                  <a:lnTo>
                    <a:pt x="1493" y="141"/>
                  </a:lnTo>
                  <a:lnTo>
                    <a:pt x="1353" y="48"/>
                  </a:lnTo>
                  <a:lnTo>
                    <a:pt x="12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32"/>
            <p:cNvSpPr/>
            <p:nvPr/>
          </p:nvSpPr>
          <p:spPr>
            <a:xfrm>
              <a:off x="991550" y="1482375"/>
              <a:ext cx="39700" cy="157475"/>
            </a:xfrm>
            <a:custGeom>
              <a:avLst/>
              <a:gdLst/>
              <a:ahLst/>
              <a:cxnLst/>
              <a:rect l="l" t="t" r="r" b="b"/>
              <a:pathLst>
                <a:path w="1588" h="6299" extrusionOk="0">
                  <a:moveTo>
                    <a:pt x="374" y="1"/>
                  </a:moveTo>
                  <a:lnTo>
                    <a:pt x="234" y="48"/>
                  </a:lnTo>
                  <a:lnTo>
                    <a:pt x="94" y="141"/>
                  </a:lnTo>
                  <a:lnTo>
                    <a:pt x="1" y="234"/>
                  </a:lnTo>
                  <a:lnTo>
                    <a:pt x="1" y="421"/>
                  </a:lnTo>
                  <a:lnTo>
                    <a:pt x="1" y="5926"/>
                  </a:lnTo>
                  <a:lnTo>
                    <a:pt x="1" y="6066"/>
                  </a:lnTo>
                  <a:lnTo>
                    <a:pt x="94" y="6206"/>
                  </a:lnTo>
                  <a:lnTo>
                    <a:pt x="234" y="6299"/>
                  </a:lnTo>
                  <a:lnTo>
                    <a:pt x="1587" y="6299"/>
                  </a:lnTo>
                  <a:lnTo>
                    <a:pt x="15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32"/>
            <p:cNvSpPr/>
            <p:nvPr/>
          </p:nvSpPr>
          <p:spPr>
            <a:xfrm>
              <a:off x="1051050" y="1541875"/>
              <a:ext cx="215775" cy="39675"/>
            </a:xfrm>
            <a:custGeom>
              <a:avLst/>
              <a:gdLst/>
              <a:ahLst/>
              <a:cxnLst/>
              <a:rect l="l" t="t" r="r" b="b"/>
              <a:pathLst>
                <a:path w="8631" h="1587" extrusionOk="0">
                  <a:moveTo>
                    <a:pt x="0" y="0"/>
                  </a:moveTo>
                  <a:lnTo>
                    <a:pt x="0" y="1586"/>
                  </a:lnTo>
                  <a:lnTo>
                    <a:pt x="8631" y="1586"/>
                  </a:lnTo>
                  <a:lnTo>
                    <a:pt x="86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2"/>
            <p:cNvSpPr/>
            <p:nvPr/>
          </p:nvSpPr>
          <p:spPr>
            <a:xfrm>
              <a:off x="1051050" y="1482375"/>
              <a:ext cx="215775" cy="39700"/>
            </a:xfrm>
            <a:custGeom>
              <a:avLst/>
              <a:gdLst/>
              <a:ahLst/>
              <a:cxnLst/>
              <a:rect l="l" t="t" r="r" b="b"/>
              <a:pathLst>
                <a:path w="8631" h="1588" extrusionOk="0">
                  <a:moveTo>
                    <a:pt x="0" y="1"/>
                  </a:moveTo>
                  <a:lnTo>
                    <a:pt x="0" y="1587"/>
                  </a:lnTo>
                  <a:lnTo>
                    <a:pt x="8631" y="1587"/>
                  </a:lnTo>
                  <a:lnTo>
                    <a:pt x="86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32"/>
            <p:cNvSpPr/>
            <p:nvPr/>
          </p:nvSpPr>
          <p:spPr>
            <a:xfrm>
              <a:off x="1051050" y="1600175"/>
              <a:ext cx="215775" cy="39675"/>
            </a:xfrm>
            <a:custGeom>
              <a:avLst/>
              <a:gdLst/>
              <a:ahLst/>
              <a:cxnLst/>
              <a:rect l="l" t="t" r="r" b="b"/>
              <a:pathLst>
                <a:path w="8631" h="1587" extrusionOk="0">
                  <a:moveTo>
                    <a:pt x="0" y="1"/>
                  </a:moveTo>
                  <a:lnTo>
                    <a:pt x="0" y="1587"/>
                  </a:lnTo>
                  <a:lnTo>
                    <a:pt x="8631" y="1587"/>
                  </a:lnTo>
                  <a:lnTo>
                    <a:pt x="863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32"/>
            <p:cNvSpPr/>
            <p:nvPr/>
          </p:nvSpPr>
          <p:spPr>
            <a:xfrm>
              <a:off x="1221325" y="1303950"/>
              <a:ext cx="85175" cy="158625"/>
            </a:xfrm>
            <a:custGeom>
              <a:avLst/>
              <a:gdLst/>
              <a:ahLst/>
              <a:cxnLst/>
              <a:rect l="l" t="t" r="r" b="b"/>
              <a:pathLst>
                <a:path w="3407" h="6345" extrusionOk="0">
                  <a:moveTo>
                    <a:pt x="1727" y="0"/>
                  </a:moveTo>
                  <a:lnTo>
                    <a:pt x="1540" y="47"/>
                  </a:lnTo>
                  <a:lnTo>
                    <a:pt x="1447" y="140"/>
                  </a:lnTo>
                  <a:lnTo>
                    <a:pt x="1353" y="233"/>
                  </a:lnTo>
                  <a:lnTo>
                    <a:pt x="1307" y="420"/>
                  </a:lnTo>
                  <a:lnTo>
                    <a:pt x="1307" y="1073"/>
                  </a:lnTo>
                  <a:lnTo>
                    <a:pt x="980" y="840"/>
                  </a:lnTo>
                  <a:lnTo>
                    <a:pt x="560" y="606"/>
                  </a:lnTo>
                  <a:lnTo>
                    <a:pt x="234" y="606"/>
                  </a:lnTo>
                  <a:lnTo>
                    <a:pt x="140" y="700"/>
                  </a:lnTo>
                  <a:lnTo>
                    <a:pt x="47" y="840"/>
                  </a:lnTo>
                  <a:lnTo>
                    <a:pt x="1" y="980"/>
                  </a:lnTo>
                  <a:lnTo>
                    <a:pt x="47" y="1120"/>
                  </a:lnTo>
                  <a:lnTo>
                    <a:pt x="94" y="1260"/>
                  </a:lnTo>
                  <a:lnTo>
                    <a:pt x="234" y="1353"/>
                  </a:lnTo>
                  <a:lnTo>
                    <a:pt x="560" y="1493"/>
                  </a:lnTo>
                  <a:lnTo>
                    <a:pt x="794" y="1680"/>
                  </a:lnTo>
                  <a:lnTo>
                    <a:pt x="980" y="1866"/>
                  </a:lnTo>
                  <a:lnTo>
                    <a:pt x="1120" y="2099"/>
                  </a:lnTo>
                  <a:lnTo>
                    <a:pt x="934" y="2193"/>
                  </a:lnTo>
                  <a:lnTo>
                    <a:pt x="747" y="2333"/>
                  </a:lnTo>
                  <a:lnTo>
                    <a:pt x="607" y="2473"/>
                  </a:lnTo>
                  <a:lnTo>
                    <a:pt x="467" y="2659"/>
                  </a:lnTo>
                  <a:lnTo>
                    <a:pt x="327" y="2846"/>
                  </a:lnTo>
                  <a:lnTo>
                    <a:pt x="280" y="3032"/>
                  </a:lnTo>
                  <a:lnTo>
                    <a:pt x="234" y="3266"/>
                  </a:lnTo>
                  <a:lnTo>
                    <a:pt x="187" y="3499"/>
                  </a:lnTo>
                  <a:lnTo>
                    <a:pt x="187" y="4385"/>
                  </a:lnTo>
                  <a:lnTo>
                    <a:pt x="1167" y="4385"/>
                  </a:lnTo>
                  <a:lnTo>
                    <a:pt x="1353" y="4432"/>
                  </a:lnTo>
                  <a:lnTo>
                    <a:pt x="1447" y="4525"/>
                  </a:lnTo>
                  <a:lnTo>
                    <a:pt x="1540" y="4665"/>
                  </a:lnTo>
                  <a:lnTo>
                    <a:pt x="1587" y="4805"/>
                  </a:lnTo>
                  <a:lnTo>
                    <a:pt x="1540" y="4945"/>
                  </a:lnTo>
                  <a:lnTo>
                    <a:pt x="1447" y="5085"/>
                  </a:lnTo>
                  <a:lnTo>
                    <a:pt x="1353" y="5178"/>
                  </a:lnTo>
                  <a:lnTo>
                    <a:pt x="187" y="5178"/>
                  </a:lnTo>
                  <a:lnTo>
                    <a:pt x="234" y="5785"/>
                  </a:lnTo>
                  <a:lnTo>
                    <a:pt x="327" y="6345"/>
                  </a:lnTo>
                  <a:lnTo>
                    <a:pt x="3080" y="6345"/>
                  </a:lnTo>
                  <a:lnTo>
                    <a:pt x="3173" y="5645"/>
                  </a:lnTo>
                  <a:lnTo>
                    <a:pt x="3220" y="4945"/>
                  </a:lnTo>
                  <a:lnTo>
                    <a:pt x="3220" y="4152"/>
                  </a:lnTo>
                  <a:lnTo>
                    <a:pt x="2240" y="4152"/>
                  </a:lnTo>
                  <a:lnTo>
                    <a:pt x="2053" y="4105"/>
                  </a:lnTo>
                  <a:lnTo>
                    <a:pt x="1960" y="4012"/>
                  </a:lnTo>
                  <a:lnTo>
                    <a:pt x="1867" y="3919"/>
                  </a:lnTo>
                  <a:lnTo>
                    <a:pt x="1820" y="3732"/>
                  </a:lnTo>
                  <a:lnTo>
                    <a:pt x="1867" y="3592"/>
                  </a:lnTo>
                  <a:lnTo>
                    <a:pt x="1960" y="3452"/>
                  </a:lnTo>
                  <a:lnTo>
                    <a:pt x="2053" y="3406"/>
                  </a:lnTo>
                  <a:lnTo>
                    <a:pt x="2240" y="3359"/>
                  </a:lnTo>
                  <a:lnTo>
                    <a:pt x="3220" y="3359"/>
                  </a:lnTo>
                  <a:lnTo>
                    <a:pt x="3173" y="3126"/>
                  </a:lnTo>
                  <a:lnTo>
                    <a:pt x="3126" y="2939"/>
                  </a:lnTo>
                  <a:lnTo>
                    <a:pt x="3033" y="2753"/>
                  </a:lnTo>
                  <a:lnTo>
                    <a:pt x="2893" y="2613"/>
                  </a:lnTo>
                  <a:lnTo>
                    <a:pt x="2613" y="2286"/>
                  </a:lnTo>
                  <a:lnTo>
                    <a:pt x="2473" y="2193"/>
                  </a:lnTo>
                  <a:lnTo>
                    <a:pt x="2287" y="2099"/>
                  </a:lnTo>
                  <a:lnTo>
                    <a:pt x="2426" y="1866"/>
                  </a:lnTo>
                  <a:lnTo>
                    <a:pt x="2613" y="1680"/>
                  </a:lnTo>
                  <a:lnTo>
                    <a:pt x="2893" y="1493"/>
                  </a:lnTo>
                  <a:lnTo>
                    <a:pt x="3173" y="1353"/>
                  </a:lnTo>
                  <a:lnTo>
                    <a:pt x="3313" y="1260"/>
                  </a:lnTo>
                  <a:lnTo>
                    <a:pt x="3360" y="1120"/>
                  </a:lnTo>
                  <a:lnTo>
                    <a:pt x="3406" y="980"/>
                  </a:lnTo>
                  <a:lnTo>
                    <a:pt x="3360" y="840"/>
                  </a:lnTo>
                  <a:lnTo>
                    <a:pt x="3313" y="700"/>
                  </a:lnTo>
                  <a:lnTo>
                    <a:pt x="3173" y="606"/>
                  </a:lnTo>
                  <a:lnTo>
                    <a:pt x="2846" y="606"/>
                  </a:lnTo>
                  <a:lnTo>
                    <a:pt x="2426" y="840"/>
                  </a:lnTo>
                  <a:lnTo>
                    <a:pt x="2100" y="1073"/>
                  </a:lnTo>
                  <a:lnTo>
                    <a:pt x="2100" y="420"/>
                  </a:lnTo>
                  <a:lnTo>
                    <a:pt x="2053" y="233"/>
                  </a:lnTo>
                  <a:lnTo>
                    <a:pt x="1960" y="140"/>
                  </a:lnTo>
                  <a:lnTo>
                    <a:pt x="1867" y="47"/>
                  </a:lnTo>
                  <a:lnTo>
                    <a:pt x="172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32"/>
            <p:cNvSpPr/>
            <p:nvPr/>
          </p:nvSpPr>
          <p:spPr>
            <a:xfrm>
              <a:off x="1116350" y="1303950"/>
              <a:ext cx="85175" cy="158625"/>
            </a:xfrm>
            <a:custGeom>
              <a:avLst/>
              <a:gdLst/>
              <a:ahLst/>
              <a:cxnLst/>
              <a:rect l="l" t="t" r="r" b="b"/>
              <a:pathLst>
                <a:path w="3407" h="6345" extrusionOk="0">
                  <a:moveTo>
                    <a:pt x="1727" y="0"/>
                  </a:moveTo>
                  <a:lnTo>
                    <a:pt x="1540" y="47"/>
                  </a:lnTo>
                  <a:lnTo>
                    <a:pt x="1447" y="140"/>
                  </a:lnTo>
                  <a:lnTo>
                    <a:pt x="1354" y="233"/>
                  </a:lnTo>
                  <a:lnTo>
                    <a:pt x="1307" y="420"/>
                  </a:lnTo>
                  <a:lnTo>
                    <a:pt x="1307" y="1073"/>
                  </a:lnTo>
                  <a:lnTo>
                    <a:pt x="980" y="840"/>
                  </a:lnTo>
                  <a:lnTo>
                    <a:pt x="561" y="606"/>
                  </a:lnTo>
                  <a:lnTo>
                    <a:pt x="234" y="606"/>
                  </a:lnTo>
                  <a:lnTo>
                    <a:pt x="141" y="700"/>
                  </a:lnTo>
                  <a:lnTo>
                    <a:pt x="47" y="840"/>
                  </a:lnTo>
                  <a:lnTo>
                    <a:pt x="1" y="980"/>
                  </a:lnTo>
                  <a:lnTo>
                    <a:pt x="47" y="1120"/>
                  </a:lnTo>
                  <a:lnTo>
                    <a:pt x="94" y="1260"/>
                  </a:lnTo>
                  <a:lnTo>
                    <a:pt x="234" y="1353"/>
                  </a:lnTo>
                  <a:lnTo>
                    <a:pt x="561" y="1493"/>
                  </a:lnTo>
                  <a:lnTo>
                    <a:pt x="794" y="1680"/>
                  </a:lnTo>
                  <a:lnTo>
                    <a:pt x="980" y="1866"/>
                  </a:lnTo>
                  <a:lnTo>
                    <a:pt x="1120" y="2099"/>
                  </a:lnTo>
                  <a:lnTo>
                    <a:pt x="934" y="2193"/>
                  </a:lnTo>
                  <a:lnTo>
                    <a:pt x="747" y="2333"/>
                  </a:lnTo>
                  <a:lnTo>
                    <a:pt x="607" y="2473"/>
                  </a:lnTo>
                  <a:lnTo>
                    <a:pt x="467" y="2659"/>
                  </a:lnTo>
                  <a:lnTo>
                    <a:pt x="327" y="2846"/>
                  </a:lnTo>
                  <a:lnTo>
                    <a:pt x="281" y="3032"/>
                  </a:lnTo>
                  <a:lnTo>
                    <a:pt x="234" y="3266"/>
                  </a:lnTo>
                  <a:lnTo>
                    <a:pt x="187" y="3499"/>
                  </a:lnTo>
                  <a:lnTo>
                    <a:pt x="187" y="4385"/>
                  </a:lnTo>
                  <a:lnTo>
                    <a:pt x="1167" y="4385"/>
                  </a:lnTo>
                  <a:lnTo>
                    <a:pt x="1354" y="4432"/>
                  </a:lnTo>
                  <a:lnTo>
                    <a:pt x="1447" y="4525"/>
                  </a:lnTo>
                  <a:lnTo>
                    <a:pt x="1540" y="4665"/>
                  </a:lnTo>
                  <a:lnTo>
                    <a:pt x="1587" y="4805"/>
                  </a:lnTo>
                  <a:lnTo>
                    <a:pt x="1540" y="4945"/>
                  </a:lnTo>
                  <a:lnTo>
                    <a:pt x="1447" y="5085"/>
                  </a:lnTo>
                  <a:lnTo>
                    <a:pt x="1354" y="5178"/>
                  </a:lnTo>
                  <a:lnTo>
                    <a:pt x="187" y="5178"/>
                  </a:lnTo>
                  <a:lnTo>
                    <a:pt x="234" y="5785"/>
                  </a:lnTo>
                  <a:lnTo>
                    <a:pt x="327" y="6345"/>
                  </a:lnTo>
                  <a:lnTo>
                    <a:pt x="3080" y="6345"/>
                  </a:lnTo>
                  <a:lnTo>
                    <a:pt x="3173" y="5645"/>
                  </a:lnTo>
                  <a:lnTo>
                    <a:pt x="3220" y="4945"/>
                  </a:lnTo>
                  <a:lnTo>
                    <a:pt x="3220" y="4152"/>
                  </a:lnTo>
                  <a:lnTo>
                    <a:pt x="2240" y="4152"/>
                  </a:lnTo>
                  <a:lnTo>
                    <a:pt x="2053" y="4105"/>
                  </a:lnTo>
                  <a:lnTo>
                    <a:pt x="1960" y="4012"/>
                  </a:lnTo>
                  <a:lnTo>
                    <a:pt x="1867" y="3919"/>
                  </a:lnTo>
                  <a:lnTo>
                    <a:pt x="1820" y="3732"/>
                  </a:lnTo>
                  <a:lnTo>
                    <a:pt x="1867" y="3592"/>
                  </a:lnTo>
                  <a:lnTo>
                    <a:pt x="1960" y="3452"/>
                  </a:lnTo>
                  <a:lnTo>
                    <a:pt x="2053" y="3406"/>
                  </a:lnTo>
                  <a:lnTo>
                    <a:pt x="2240" y="3359"/>
                  </a:lnTo>
                  <a:lnTo>
                    <a:pt x="3220" y="3359"/>
                  </a:lnTo>
                  <a:lnTo>
                    <a:pt x="3173" y="3126"/>
                  </a:lnTo>
                  <a:lnTo>
                    <a:pt x="3127" y="2939"/>
                  </a:lnTo>
                  <a:lnTo>
                    <a:pt x="3033" y="2753"/>
                  </a:lnTo>
                  <a:lnTo>
                    <a:pt x="2893" y="2613"/>
                  </a:lnTo>
                  <a:lnTo>
                    <a:pt x="2613" y="2286"/>
                  </a:lnTo>
                  <a:lnTo>
                    <a:pt x="2473" y="2193"/>
                  </a:lnTo>
                  <a:lnTo>
                    <a:pt x="2287" y="2099"/>
                  </a:lnTo>
                  <a:lnTo>
                    <a:pt x="2427" y="1866"/>
                  </a:lnTo>
                  <a:lnTo>
                    <a:pt x="2613" y="1680"/>
                  </a:lnTo>
                  <a:lnTo>
                    <a:pt x="2893" y="1493"/>
                  </a:lnTo>
                  <a:lnTo>
                    <a:pt x="3173" y="1353"/>
                  </a:lnTo>
                  <a:lnTo>
                    <a:pt x="3313" y="1260"/>
                  </a:lnTo>
                  <a:lnTo>
                    <a:pt x="3360" y="1120"/>
                  </a:lnTo>
                  <a:lnTo>
                    <a:pt x="3406" y="980"/>
                  </a:lnTo>
                  <a:lnTo>
                    <a:pt x="3360" y="840"/>
                  </a:lnTo>
                  <a:lnTo>
                    <a:pt x="3313" y="700"/>
                  </a:lnTo>
                  <a:lnTo>
                    <a:pt x="3173" y="606"/>
                  </a:lnTo>
                  <a:lnTo>
                    <a:pt x="2847" y="606"/>
                  </a:lnTo>
                  <a:lnTo>
                    <a:pt x="2427" y="840"/>
                  </a:lnTo>
                  <a:lnTo>
                    <a:pt x="2100" y="1073"/>
                  </a:lnTo>
                  <a:lnTo>
                    <a:pt x="2100" y="420"/>
                  </a:lnTo>
                  <a:lnTo>
                    <a:pt x="2053" y="233"/>
                  </a:lnTo>
                  <a:lnTo>
                    <a:pt x="1960" y="140"/>
                  </a:lnTo>
                  <a:lnTo>
                    <a:pt x="1867" y="47"/>
                  </a:lnTo>
                  <a:lnTo>
                    <a:pt x="172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32"/>
            <p:cNvSpPr/>
            <p:nvPr/>
          </p:nvSpPr>
          <p:spPr>
            <a:xfrm>
              <a:off x="1011375" y="1303950"/>
              <a:ext cx="85175" cy="158625"/>
            </a:xfrm>
            <a:custGeom>
              <a:avLst/>
              <a:gdLst/>
              <a:ahLst/>
              <a:cxnLst/>
              <a:rect l="l" t="t" r="r" b="b"/>
              <a:pathLst>
                <a:path w="3407" h="6345" extrusionOk="0">
                  <a:moveTo>
                    <a:pt x="1727" y="0"/>
                  </a:moveTo>
                  <a:lnTo>
                    <a:pt x="1541" y="47"/>
                  </a:lnTo>
                  <a:lnTo>
                    <a:pt x="1447" y="140"/>
                  </a:lnTo>
                  <a:lnTo>
                    <a:pt x="1354" y="233"/>
                  </a:lnTo>
                  <a:lnTo>
                    <a:pt x="1307" y="420"/>
                  </a:lnTo>
                  <a:lnTo>
                    <a:pt x="1307" y="1073"/>
                  </a:lnTo>
                  <a:lnTo>
                    <a:pt x="981" y="840"/>
                  </a:lnTo>
                  <a:lnTo>
                    <a:pt x="561" y="606"/>
                  </a:lnTo>
                  <a:lnTo>
                    <a:pt x="234" y="606"/>
                  </a:lnTo>
                  <a:lnTo>
                    <a:pt x="141" y="700"/>
                  </a:lnTo>
                  <a:lnTo>
                    <a:pt x="48" y="840"/>
                  </a:lnTo>
                  <a:lnTo>
                    <a:pt x="1" y="980"/>
                  </a:lnTo>
                  <a:lnTo>
                    <a:pt x="48" y="1120"/>
                  </a:lnTo>
                  <a:lnTo>
                    <a:pt x="94" y="1260"/>
                  </a:lnTo>
                  <a:lnTo>
                    <a:pt x="234" y="1353"/>
                  </a:lnTo>
                  <a:lnTo>
                    <a:pt x="561" y="1493"/>
                  </a:lnTo>
                  <a:lnTo>
                    <a:pt x="794" y="1680"/>
                  </a:lnTo>
                  <a:lnTo>
                    <a:pt x="981" y="1866"/>
                  </a:lnTo>
                  <a:lnTo>
                    <a:pt x="1121" y="2099"/>
                  </a:lnTo>
                  <a:lnTo>
                    <a:pt x="934" y="2193"/>
                  </a:lnTo>
                  <a:lnTo>
                    <a:pt x="747" y="2333"/>
                  </a:lnTo>
                  <a:lnTo>
                    <a:pt x="607" y="2473"/>
                  </a:lnTo>
                  <a:lnTo>
                    <a:pt x="468" y="2659"/>
                  </a:lnTo>
                  <a:lnTo>
                    <a:pt x="328" y="2846"/>
                  </a:lnTo>
                  <a:lnTo>
                    <a:pt x="281" y="3032"/>
                  </a:lnTo>
                  <a:lnTo>
                    <a:pt x="234" y="3266"/>
                  </a:lnTo>
                  <a:lnTo>
                    <a:pt x="188" y="3499"/>
                  </a:lnTo>
                  <a:lnTo>
                    <a:pt x="188" y="4385"/>
                  </a:lnTo>
                  <a:lnTo>
                    <a:pt x="1167" y="4385"/>
                  </a:lnTo>
                  <a:lnTo>
                    <a:pt x="1354" y="4432"/>
                  </a:lnTo>
                  <a:lnTo>
                    <a:pt x="1447" y="4525"/>
                  </a:lnTo>
                  <a:lnTo>
                    <a:pt x="1541" y="4665"/>
                  </a:lnTo>
                  <a:lnTo>
                    <a:pt x="1587" y="4805"/>
                  </a:lnTo>
                  <a:lnTo>
                    <a:pt x="1541" y="4945"/>
                  </a:lnTo>
                  <a:lnTo>
                    <a:pt x="1447" y="5085"/>
                  </a:lnTo>
                  <a:lnTo>
                    <a:pt x="1354" y="5178"/>
                  </a:lnTo>
                  <a:lnTo>
                    <a:pt x="188" y="5178"/>
                  </a:lnTo>
                  <a:lnTo>
                    <a:pt x="234" y="5785"/>
                  </a:lnTo>
                  <a:lnTo>
                    <a:pt x="328" y="6345"/>
                  </a:lnTo>
                  <a:lnTo>
                    <a:pt x="3080" y="6345"/>
                  </a:lnTo>
                  <a:lnTo>
                    <a:pt x="3173" y="5645"/>
                  </a:lnTo>
                  <a:lnTo>
                    <a:pt x="3220" y="4945"/>
                  </a:lnTo>
                  <a:lnTo>
                    <a:pt x="3220" y="4152"/>
                  </a:lnTo>
                  <a:lnTo>
                    <a:pt x="2240" y="4152"/>
                  </a:lnTo>
                  <a:lnTo>
                    <a:pt x="2054" y="4105"/>
                  </a:lnTo>
                  <a:lnTo>
                    <a:pt x="1960" y="4012"/>
                  </a:lnTo>
                  <a:lnTo>
                    <a:pt x="1867" y="3919"/>
                  </a:lnTo>
                  <a:lnTo>
                    <a:pt x="1820" y="3732"/>
                  </a:lnTo>
                  <a:lnTo>
                    <a:pt x="1867" y="3592"/>
                  </a:lnTo>
                  <a:lnTo>
                    <a:pt x="1960" y="3452"/>
                  </a:lnTo>
                  <a:lnTo>
                    <a:pt x="2054" y="3406"/>
                  </a:lnTo>
                  <a:lnTo>
                    <a:pt x="2240" y="3359"/>
                  </a:lnTo>
                  <a:lnTo>
                    <a:pt x="3220" y="3359"/>
                  </a:lnTo>
                  <a:lnTo>
                    <a:pt x="3173" y="3126"/>
                  </a:lnTo>
                  <a:lnTo>
                    <a:pt x="3127" y="2939"/>
                  </a:lnTo>
                  <a:lnTo>
                    <a:pt x="3033" y="2753"/>
                  </a:lnTo>
                  <a:lnTo>
                    <a:pt x="2893" y="2613"/>
                  </a:lnTo>
                  <a:lnTo>
                    <a:pt x="2614" y="2286"/>
                  </a:lnTo>
                  <a:lnTo>
                    <a:pt x="2474" y="2193"/>
                  </a:lnTo>
                  <a:lnTo>
                    <a:pt x="2287" y="2099"/>
                  </a:lnTo>
                  <a:lnTo>
                    <a:pt x="2427" y="1866"/>
                  </a:lnTo>
                  <a:lnTo>
                    <a:pt x="2614" y="1680"/>
                  </a:lnTo>
                  <a:lnTo>
                    <a:pt x="2893" y="1493"/>
                  </a:lnTo>
                  <a:lnTo>
                    <a:pt x="3173" y="1353"/>
                  </a:lnTo>
                  <a:lnTo>
                    <a:pt x="3313" y="1260"/>
                  </a:lnTo>
                  <a:lnTo>
                    <a:pt x="3360" y="1120"/>
                  </a:lnTo>
                  <a:lnTo>
                    <a:pt x="3407" y="980"/>
                  </a:lnTo>
                  <a:lnTo>
                    <a:pt x="3360" y="840"/>
                  </a:lnTo>
                  <a:lnTo>
                    <a:pt x="3313" y="700"/>
                  </a:lnTo>
                  <a:lnTo>
                    <a:pt x="3173" y="606"/>
                  </a:lnTo>
                  <a:lnTo>
                    <a:pt x="2847" y="606"/>
                  </a:lnTo>
                  <a:lnTo>
                    <a:pt x="2427" y="840"/>
                  </a:lnTo>
                  <a:lnTo>
                    <a:pt x="2100" y="1073"/>
                  </a:lnTo>
                  <a:lnTo>
                    <a:pt x="2100" y="420"/>
                  </a:lnTo>
                  <a:lnTo>
                    <a:pt x="2054" y="233"/>
                  </a:lnTo>
                  <a:lnTo>
                    <a:pt x="1960" y="140"/>
                  </a:lnTo>
                  <a:lnTo>
                    <a:pt x="1867" y="47"/>
                  </a:lnTo>
                  <a:lnTo>
                    <a:pt x="172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205024" y="318977"/>
            <a:ext cx="689698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per Unit: The unit price of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Total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Value: The total value based on available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quantity.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Shelf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 (days): The product's expiration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period.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Storage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Condition: Storage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Manufacturing date of the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Expiration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Date when the product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expires.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Sold (liters/kg): The amount of product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Price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Unit (sold): The selling price per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Total Revenue (INR): Estimated revenue from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Location: The buyer's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location.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Channel: Mode of sale (Retail, Wholesale, or Online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Stock (liters/kg): Remaining stock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Minimum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Threshold (liters/kg): The minimum required stock before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restocking.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Reorder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 (liters/kg): Suggested reorder amount to maintain inventory.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243236" cy="567070"/>
          </a:xfrm>
          <a:solidFill>
            <a:srgbClr val="0A0A0A"/>
          </a:solidFill>
        </p:spPr>
        <p:txBody>
          <a:bodyPr/>
          <a:lstStyle/>
          <a:p>
            <a:r>
              <a:rPr lang="en-US" sz="2400" u="sng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endParaRPr lang="en-IN" sz="2400" u="sng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7070"/>
            <a:ext cx="9243236" cy="457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512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3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CRITERIAS USED</a:t>
            </a:r>
            <a:endParaRPr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4" name="Google Shape;284;p33"/>
          <p:cNvGrpSpPr/>
          <p:nvPr/>
        </p:nvGrpSpPr>
        <p:grpSpPr>
          <a:xfrm>
            <a:off x="7003300" y="1770075"/>
            <a:ext cx="335925" cy="334750"/>
            <a:chOff x="4015850" y="1305100"/>
            <a:chExt cx="335925" cy="334750"/>
          </a:xfrm>
        </p:grpSpPr>
        <p:sp>
          <p:nvSpPr>
            <p:cNvPr id="285" name="Google Shape;285;p33"/>
            <p:cNvSpPr/>
            <p:nvPr/>
          </p:nvSpPr>
          <p:spPr>
            <a:xfrm>
              <a:off x="4015850" y="1305100"/>
              <a:ext cx="99150" cy="334750"/>
            </a:xfrm>
            <a:custGeom>
              <a:avLst/>
              <a:gdLst/>
              <a:ahLst/>
              <a:cxnLst/>
              <a:rect l="l" t="t" r="r" b="b"/>
              <a:pathLst>
                <a:path w="3966" h="13390" extrusionOk="0">
                  <a:moveTo>
                    <a:pt x="234" y="1"/>
                  </a:moveTo>
                  <a:lnTo>
                    <a:pt x="140" y="94"/>
                  </a:lnTo>
                  <a:lnTo>
                    <a:pt x="47" y="234"/>
                  </a:lnTo>
                  <a:lnTo>
                    <a:pt x="0" y="374"/>
                  </a:lnTo>
                  <a:lnTo>
                    <a:pt x="0" y="12970"/>
                  </a:lnTo>
                  <a:lnTo>
                    <a:pt x="47" y="13157"/>
                  </a:lnTo>
                  <a:lnTo>
                    <a:pt x="140" y="13250"/>
                  </a:lnTo>
                  <a:lnTo>
                    <a:pt x="234" y="13343"/>
                  </a:lnTo>
                  <a:lnTo>
                    <a:pt x="420" y="13390"/>
                  </a:lnTo>
                  <a:lnTo>
                    <a:pt x="3546" y="13390"/>
                  </a:lnTo>
                  <a:lnTo>
                    <a:pt x="3733" y="13343"/>
                  </a:lnTo>
                  <a:lnTo>
                    <a:pt x="3826" y="13250"/>
                  </a:lnTo>
                  <a:lnTo>
                    <a:pt x="3919" y="13157"/>
                  </a:lnTo>
                  <a:lnTo>
                    <a:pt x="3966" y="12970"/>
                  </a:lnTo>
                  <a:lnTo>
                    <a:pt x="3966" y="12410"/>
                  </a:lnTo>
                  <a:lnTo>
                    <a:pt x="2520" y="12410"/>
                  </a:lnTo>
                  <a:lnTo>
                    <a:pt x="2333" y="12364"/>
                  </a:lnTo>
                  <a:lnTo>
                    <a:pt x="2240" y="12270"/>
                  </a:lnTo>
                  <a:lnTo>
                    <a:pt x="2146" y="12130"/>
                  </a:lnTo>
                  <a:lnTo>
                    <a:pt x="2100" y="11990"/>
                  </a:lnTo>
                  <a:lnTo>
                    <a:pt x="2146" y="11850"/>
                  </a:lnTo>
                  <a:lnTo>
                    <a:pt x="2240" y="11711"/>
                  </a:lnTo>
                  <a:lnTo>
                    <a:pt x="2333" y="11617"/>
                  </a:lnTo>
                  <a:lnTo>
                    <a:pt x="3966" y="11617"/>
                  </a:lnTo>
                  <a:lnTo>
                    <a:pt x="3966" y="10637"/>
                  </a:lnTo>
                  <a:lnTo>
                    <a:pt x="3033" y="10637"/>
                  </a:lnTo>
                  <a:lnTo>
                    <a:pt x="2893" y="10591"/>
                  </a:lnTo>
                  <a:lnTo>
                    <a:pt x="2753" y="10498"/>
                  </a:lnTo>
                  <a:lnTo>
                    <a:pt x="2659" y="10358"/>
                  </a:lnTo>
                  <a:lnTo>
                    <a:pt x="2659" y="10218"/>
                  </a:lnTo>
                  <a:lnTo>
                    <a:pt x="2659" y="10078"/>
                  </a:lnTo>
                  <a:lnTo>
                    <a:pt x="2753" y="9938"/>
                  </a:lnTo>
                  <a:lnTo>
                    <a:pt x="2893" y="9844"/>
                  </a:lnTo>
                  <a:lnTo>
                    <a:pt x="3966" y="9844"/>
                  </a:lnTo>
                  <a:lnTo>
                    <a:pt x="3966" y="8865"/>
                  </a:lnTo>
                  <a:lnTo>
                    <a:pt x="2520" y="8865"/>
                  </a:lnTo>
                  <a:lnTo>
                    <a:pt x="2333" y="8818"/>
                  </a:lnTo>
                  <a:lnTo>
                    <a:pt x="2240" y="8725"/>
                  </a:lnTo>
                  <a:lnTo>
                    <a:pt x="2146" y="8585"/>
                  </a:lnTo>
                  <a:lnTo>
                    <a:pt x="2100" y="8445"/>
                  </a:lnTo>
                  <a:lnTo>
                    <a:pt x="2146" y="8305"/>
                  </a:lnTo>
                  <a:lnTo>
                    <a:pt x="2240" y="8165"/>
                  </a:lnTo>
                  <a:lnTo>
                    <a:pt x="2333" y="8072"/>
                  </a:lnTo>
                  <a:lnTo>
                    <a:pt x="3966" y="8072"/>
                  </a:lnTo>
                  <a:lnTo>
                    <a:pt x="3966" y="7092"/>
                  </a:lnTo>
                  <a:lnTo>
                    <a:pt x="3033" y="7092"/>
                  </a:lnTo>
                  <a:lnTo>
                    <a:pt x="2893" y="7045"/>
                  </a:lnTo>
                  <a:lnTo>
                    <a:pt x="2753" y="6952"/>
                  </a:lnTo>
                  <a:lnTo>
                    <a:pt x="2659" y="6859"/>
                  </a:lnTo>
                  <a:lnTo>
                    <a:pt x="2659" y="6672"/>
                  </a:lnTo>
                  <a:lnTo>
                    <a:pt x="2659" y="6532"/>
                  </a:lnTo>
                  <a:lnTo>
                    <a:pt x="2753" y="6392"/>
                  </a:lnTo>
                  <a:lnTo>
                    <a:pt x="2893" y="6299"/>
                  </a:lnTo>
                  <a:lnTo>
                    <a:pt x="3966" y="6299"/>
                  </a:lnTo>
                  <a:lnTo>
                    <a:pt x="3966" y="5319"/>
                  </a:lnTo>
                  <a:lnTo>
                    <a:pt x="2520" y="5319"/>
                  </a:lnTo>
                  <a:lnTo>
                    <a:pt x="2333" y="5272"/>
                  </a:lnTo>
                  <a:lnTo>
                    <a:pt x="2240" y="5179"/>
                  </a:lnTo>
                  <a:lnTo>
                    <a:pt x="2146" y="5086"/>
                  </a:lnTo>
                  <a:lnTo>
                    <a:pt x="2100" y="4899"/>
                  </a:lnTo>
                  <a:lnTo>
                    <a:pt x="2146" y="4759"/>
                  </a:lnTo>
                  <a:lnTo>
                    <a:pt x="2240" y="4619"/>
                  </a:lnTo>
                  <a:lnTo>
                    <a:pt x="2333" y="4573"/>
                  </a:lnTo>
                  <a:lnTo>
                    <a:pt x="2520" y="4526"/>
                  </a:lnTo>
                  <a:lnTo>
                    <a:pt x="3966" y="4526"/>
                  </a:lnTo>
                  <a:lnTo>
                    <a:pt x="3966" y="3546"/>
                  </a:lnTo>
                  <a:lnTo>
                    <a:pt x="3033" y="3546"/>
                  </a:lnTo>
                  <a:lnTo>
                    <a:pt x="2893" y="3500"/>
                  </a:lnTo>
                  <a:lnTo>
                    <a:pt x="2753" y="3406"/>
                  </a:lnTo>
                  <a:lnTo>
                    <a:pt x="2659" y="3313"/>
                  </a:lnTo>
                  <a:lnTo>
                    <a:pt x="2659" y="3126"/>
                  </a:lnTo>
                  <a:lnTo>
                    <a:pt x="2659" y="2986"/>
                  </a:lnTo>
                  <a:lnTo>
                    <a:pt x="2753" y="2846"/>
                  </a:lnTo>
                  <a:lnTo>
                    <a:pt x="2893" y="2800"/>
                  </a:lnTo>
                  <a:lnTo>
                    <a:pt x="3033" y="2753"/>
                  </a:lnTo>
                  <a:lnTo>
                    <a:pt x="3966" y="2753"/>
                  </a:lnTo>
                  <a:lnTo>
                    <a:pt x="3966" y="1773"/>
                  </a:lnTo>
                  <a:lnTo>
                    <a:pt x="2520" y="1773"/>
                  </a:lnTo>
                  <a:lnTo>
                    <a:pt x="2333" y="1727"/>
                  </a:lnTo>
                  <a:lnTo>
                    <a:pt x="2240" y="1634"/>
                  </a:lnTo>
                  <a:lnTo>
                    <a:pt x="2146" y="1540"/>
                  </a:lnTo>
                  <a:lnTo>
                    <a:pt x="2100" y="1354"/>
                  </a:lnTo>
                  <a:lnTo>
                    <a:pt x="2146" y="1214"/>
                  </a:lnTo>
                  <a:lnTo>
                    <a:pt x="2240" y="1074"/>
                  </a:lnTo>
                  <a:lnTo>
                    <a:pt x="2333" y="1027"/>
                  </a:lnTo>
                  <a:lnTo>
                    <a:pt x="2520" y="980"/>
                  </a:lnTo>
                  <a:lnTo>
                    <a:pt x="3966" y="980"/>
                  </a:lnTo>
                  <a:lnTo>
                    <a:pt x="3966" y="374"/>
                  </a:lnTo>
                  <a:lnTo>
                    <a:pt x="3919" y="234"/>
                  </a:lnTo>
                  <a:lnTo>
                    <a:pt x="3826" y="94"/>
                  </a:lnTo>
                  <a:lnTo>
                    <a:pt x="3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86;p33"/>
            <p:cNvSpPr/>
            <p:nvPr/>
          </p:nvSpPr>
          <p:spPr>
            <a:xfrm>
              <a:off x="4134800" y="1305100"/>
              <a:ext cx="71175" cy="92175"/>
            </a:xfrm>
            <a:custGeom>
              <a:avLst/>
              <a:gdLst/>
              <a:ahLst/>
              <a:cxnLst/>
              <a:rect l="l" t="t" r="r" b="b"/>
              <a:pathLst>
                <a:path w="2847" h="3687" extrusionOk="0">
                  <a:moveTo>
                    <a:pt x="1261" y="1"/>
                  </a:moveTo>
                  <a:lnTo>
                    <a:pt x="1167" y="94"/>
                  </a:lnTo>
                  <a:lnTo>
                    <a:pt x="94" y="1167"/>
                  </a:lnTo>
                  <a:lnTo>
                    <a:pt x="1" y="1307"/>
                  </a:lnTo>
                  <a:lnTo>
                    <a:pt x="1" y="1447"/>
                  </a:lnTo>
                  <a:lnTo>
                    <a:pt x="1" y="1587"/>
                  </a:lnTo>
                  <a:lnTo>
                    <a:pt x="94" y="1727"/>
                  </a:lnTo>
                  <a:lnTo>
                    <a:pt x="234" y="1820"/>
                  </a:lnTo>
                  <a:lnTo>
                    <a:pt x="514" y="1820"/>
                  </a:lnTo>
                  <a:lnTo>
                    <a:pt x="654" y="1727"/>
                  </a:lnTo>
                  <a:lnTo>
                    <a:pt x="1027" y="1354"/>
                  </a:lnTo>
                  <a:lnTo>
                    <a:pt x="1027" y="3266"/>
                  </a:lnTo>
                  <a:lnTo>
                    <a:pt x="1074" y="3406"/>
                  </a:lnTo>
                  <a:lnTo>
                    <a:pt x="1167" y="3546"/>
                  </a:lnTo>
                  <a:lnTo>
                    <a:pt x="1261" y="3640"/>
                  </a:lnTo>
                  <a:lnTo>
                    <a:pt x="1400" y="3686"/>
                  </a:lnTo>
                  <a:lnTo>
                    <a:pt x="1587" y="3640"/>
                  </a:lnTo>
                  <a:lnTo>
                    <a:pt x="1680" y="3546"/>
                  </a:lnTo>
                  <a:lnTo>
                    <a:pt x="1774" y="3406"/>
                  </a:lnTo>
                  <a:lnTo>
                    <a:pt x="1820" y="3266"/>
                  </a:lnTo>
                  <a:lnTo>
                    <a:pt x="1820" y="1354"/>
                  </a:lnTo>
                  <a:lnTo>
                    <a:pt x="2194" y="1727"/>
                  </a:lnTo>
                  <a:lnTo>
                    <a:pt x="2334" y="1820"/>
                  </a:lnTo>
                  <a:lnTo>
                    <a:pt x="2613" y="1820"/>
                  </a:lnTo>
                  <a:lnTo>
                    <a:pt x="2753" y="1727"/>
                  </a:lnTo>
                  <a:lnTo>
                    <a:pt x="2847" y="1587"/>
                  </a:lnTo>
                  <a:lnTo>
                    <a:pt x="2847" y="1447"/>
                  </a:lnTo>
                  <a:lnTo>
                    <a:pt x="2847" y="1307"/>
                  </a:lnTo>
                  <a:lnTo>
                    <a:pt x="2753" y="1167"/>
                  </a:lnTo>
                  <a:lnTo>
                    <a:pt x="1680" y="94"/>
                  </a:lnTo>
                  <a:lnTo>
                    <a:pt x="15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p33"/>
            <p:cNvSpPr/>
            <p:nvPr/>
          </p:nvSpPr>
          <p:spPr>
            <a:xfrm>
              <a:off x="4183800" y="1305100"/>
              <a:ext cx="167975" cy="334750"/>
            </a:xfrm>
            <a:custGeom>
              <a:avLst/>
              <a:gdLst/>
              <a:ahLst/>
              <a:cxnLst/>
              <a:rect l="l" t="t" r="r" b="b"/>
              <a:pathLst>
                <a:path w="6719" h="13390" extrusionOk="0">
                  <a:moveTo>
                    <a:pt x="3219" y="1"/>
                  </a:moveTo>
                  <a:lnTo>
                    <a:pt x="3079" y="94"/>
                  </a:lnTo>
                  <a:lnTo>
                    <a:pt x="2846" y="374"/>
                  </a:lnTo>
                  <a:lnTo>
                    <a:pt x="2613" y="747"/>
                  </a:lnTo>
                  <a:lnTo>
                    <a:pt x="2520" y="980"/>
                  </a:lnTo>
                  <a:lnTo>
                    <a:pt x="2426" y="1214"/>
                  </a:lnTo>
                  <a:lnTo>
                    <a:pt x="2333" y="1494"/>
                  </a:lnTo>
                  <a:lnTo>
                    <a:pt x="2333" y="1773"/>
                  </a:lnTo>
                  <a:lnTo>
                    <a:pt x="2333" y="2007"/>
                  </a:lnTo>
                  <a:lnTo>
                    <a:pt x="2380" y="2240"/>
                  </a:lnTo>
                  <a:lnTo>
                    <a:pt x="2566" y="2707"/>
                  </a:lnTo>
                  <a:lnTo>
                    <a:pt x="2753" y="3033"/>
                  </a:lnTo>
                  <a:lnTo>
                    <a:pt x="2986" y="3313"/>
                  </a:lnTo>
                  <a:lnTo>
                    <a:pt x="2986" y="4293"/>
                  </a:lnTo>
                  <a:lnTo>
                    <a:pt x="2846" y="4153"/>
                  </a:lnTo>
                  <a:lnTo>
                    <a:pt x="2660" y="3966"/>
                  </a:lnTo>
                  <a:lnTo>
                    <a:pt x="2426" y="3826"/>
                  </a:lnTo>
                  <a:lnTo>
                    <a:pt x="2146" y="3733"/>
                  </a:lnTo>
                  <a:lnTo>
                    <a:pt x="1913" y="3640"/>
                  </a:lnTo>
                  <a:lnTo>
                    <a:pt x="1493" y="3546"/>
                  </a:lnTo>
                  <a:lnTo>
                    <a:pt x="980" y="3546"/>
                  </a:lnTo>
                  <a:lnTo>
                    <a:pt x="840" y="3640"/>
                  </a:lnTo>
                  <a:lnTo>
                    <a:pt x="793" y="3780"/>
                  </a:lnTo>
                  <a:lnTo>
                    <a:pt x="747" y="3919"/>
                  </a:lnTo>
                  <a:lnTo>
                    <a:pt x="747" y="4293"/>
                  </a:lnTo>
                  <a:lnTo>
                    <a:pt x="840" y="4713"/>
                  </a:lnTo>
                  <a:lnTo>
                    <a:pt x="933" y="4946"/>
                  </a:lnTo>
                  <a:lnTo>
                    <a:pt x="1027" y="5179"/>
                  </a:lnTo>
                  <a:lnTo>
                    <a:pt x="1213" y="5459"/>
                  </a:lnTo>
                  <a:lnTo>
                    <a:pt x="1400" y="5646"/>
                  </a:lnTo>
                  <a:lnTo>
                    <a:pt x="1587" y="5832"/>
                  </a:lnTo>
                  <a:lnTo>
                    <a:pt x="1773" y="5972"/>
                  </a:lnTo>
                  <a:lnTo>
                    <a:pt x="2193" y="6159"/>
                  </a:lnTo>
                  <a:lnTo>
                    <a:pt x="2613" y="6252"/>
                  </a:lnTo>
                  <a:lnTo>
                    <a:pt x="2986" y="6299"/>
                  </a:lnTo>
                  <a:lnTo>
                    <a:pt x="2986" y="8165"/>
                  </a:lnTo>
                  <a:lnTo>
                    <a:pt x="2660" y="7792"/>
                  </a:lnTo>
                  <a:lnTo>
                    <a:pt x="2380" y="7558"/>
                  </a:lnTo>
                  <a:lnTo>
                    <a:pt x="2053" y="7372"/>
                  </a:lnTo>
                  <a:lnTo>
                    <a:pt x="1773" y="7232"/>
                  </a:lnTo>
                  <a:lnTo>
                    <a:pt x="1447" y="7139"/>
                  </a:lnTo>
                  <a:lnTo>
                    <a:pt x="840" y="6999"/>
                  </a:lnTo>
                  <a:lnTo>
                    <a:pt x="234" y="6999"/>
                  </a:lnTo>
                  <a:lnTo>
                    <a:pt x="94" y="7092"/>
                  </a:lnTo>
                  <a:lnTo>
                    <a:pt x="47" y="7232"/>
                  </a:lnTo>
                  <a:lnTo>
                    <a:pt x="0" y="7372"/>
                  </a:lnTo>
                  <a:lnTo>
                    <a:pt x="47" y="7838"/>
                  </a:lnTo>
                  <a:lnTo>
                    <a:pt x="140" y="8398"/>
                  </a:lnTo>
                  <a:lnTo>
                    <a:pt x="234" y="8725"/>
                  </a:lnTo>
                  <a:lnTo>
                    <a:pt x="374" y="9051"/>
                  </a:lnTo>
                  <a:lnTo>
                    <a:pt x="560" y="9378"/>
                  </a:lnTo>
                  <a:lnTo>
                    <a:pt x="840" y="9658"/>
                  </a:lnTo>
                  <a:lnTo>
                    <a:pt x="1073" y="9891"/>
                  </a:lnTo>
                  <a:lnTo>
                    <a:pt x="1353" y="10078"/>
                  </a:lnTo>
                  <a:lnTo>
                    <a:pt x="1680" y="10218"/>
                  </a:lnTo>
                  <a:lnTo>
                    <a:pt x="1960" y="10311"/>
                  </a:lnTo>
                  <a:lnTo>
                    <a:pt x="2520" y="10451"/>
                  </a:lnTo>
                  <a:lnTo>
                    <a:pt x="2986" y="10498"/>
                  </a:lnTo>
                  <a:lnTo>
                    <a:pt x="2986" y="12597"/>
                  </a:lnTo>
                  <a:lnTo>
                    <a:pt x="840" y="12597"/>
                  </a:lnTo>
                  <a:lnTo>
                    <a:pt x="747" y="12690"/>
                  </a:lnTo>
                  <a:lnTo>
                    <a:pt x="653" y="12830"/>
                  </a:lnTo>
                  <a:lnTo>
                    <a:pt x="607" y="12970"/>
                  </a:lnTo>
                  <a:lnTo>
                    <a:pt x="653" y="13157"/>
                  </a:lnTo>
                  <a:lnTo>
                    <a:pt x="747" y="13250"/>
                  </a:lnTo>
                  <a:lnTo>
                    <a:pt x="840" y="13343"/>
                  </a:lnTo>
                  <a:lnTo>
                    <a:pt x="1027" y="13390"/>
                  </a:lnTo>
                  <a:lnTo>
                    <a:pt x="5739" y="13390"/>
                  </a:lnTo>
                  <a:lnTo>
                    <a:pt x="5879" y="13343"/>
                  </a:lnTo>
                  <a:lnTo>
                    <a:pt x="6019" y="13250"/>
                  </a:lnTo>
                  <a:lnTo>
                    <a:pt x="6112" y="13157"/>
                  </a:lnTo>
                  <a:lnTo>
                    <a:pt x="6112" y="12970"/>
                  </a:lnTo>
                  <a:lnTo>
                    <a:pt x="6112" y="12830"/>
                  </a:lnTo>
                  <a:lnTo>
                    <a:pt x="6019" y="12690"/>
                  </a:lnTo>
                  <a:lnTo>
                    <a:pt x="5879" y="12597"/>
                  </a:lnTo>
                  <a:lnTo>
                    <a:pt x="3779" y="12597"/>
                  </a:lnTo>
                  <a:lnTo>
                    <a:pt x="3779" y="10498"/>
                  </a:lnTo>
                  <a:lnTo>
                    <a:pt x="4199" y="10451"/>
                  </a:lnTo>
                  <a:lnTo>
                    <a:pt x="4759" y="10311"/>
                  </a:lnTo>
                  <a:lnTo>
                    <a:pt x="5039" y="10218"/>
                  </a:lnTo>
                  <a:lnTo>
                    <a:pt x="5365" y="10078"/>
                  </a:lnTo>
                  <a:lnTo>
                    <a:pt x="5645" y="9891"/>
                  </a:lnTo>
                  <a:lnTo>
                    <a:pt x="5925" y="9658"/>
                  </a:lnTo>
                  <a:lnTo>
                    <a:pt x="6159" y="9378"/>
                  </a:lnTo>
                  <a:lnTo>
                    <a:pt x="6345" y="9051"/>
                  </a:lnTo>
                  <a:lnTo>
                    <a:pt x="6485" y="8725"/>
                  </a:lnTo>
                  <a:lnTo>
                    <a:pt x="6578" y="8398"/>
                  </a:lnTo>
                  <a:lnTo>
                    <a:pt x="6718" y="7838"/>
                  </a:lnTo>
                  <a:lnTo>
                    <a:pt x="6718" y="7372"/>
                  </a:lnTo>
                  <a:lnTo>
                    <a:pt x="6718" y="7232"/>
                  </a:lnTo>
                  <a:lnTo>
                    <a:pt x="6625" y="7092"/>
                  </a:lnTo>
                  <a:lnTo>
                    <a:pt x="6485" y="6999"/>
                  </a:lnTo>
                  <a:lnTo>
                    <a:pt x="5879" y="6999"/>
                  </a:lnTo>
                  <a:lnTo>
                    <a:pt x="5319" y="7139"/>
                  </a:lnTo>
                  <a:lnTo>
                    <a:pt x="4992" y="7232"/>
                  </a:lnTo>
                  <a:lnTo>
                    <a:pt x="4666" y="7372"/>
                  </a:lnTo>
                  <a:lnTo>
                    <a:pt x="4339" y="7558"/>
                  </a:lnTo>
                  <a:lnTo>
                    <a:pt x="4059" y="7792"/>
                  </a:lnTo>
                  <a:lnTo>
                    <a:pt x="3779" y="8165"/>
                  </a:lnTo>
                  <a:lnTo>
                    <a:pt x="3779" y="6299"/>
                  </a:lnTo>
                  <a:lnTo>
                    <a:pt x="4106" y="6252"/>
                  </a:lnTo>
                  <a:lnTo>
                    <a:pt x="4526" y="6159"/>
                  </a:lnTo>
                  <a:lnTo>
                    <a:pt x="4946" y="5972"/>
                  </a:lnTo>
                  <a:lnTo>
                    <a:pt x="5179" y="5832"/>
                  </a:lnTo>
                  <a:lnTo>
                    <a:pt x="5365" y="5646"/>
                  </a:lnTo>
                  <a:lnTo>
                    <a:pt x="5552" y="5459"/>
                  </a:lnTo>
                  <a:lnTo>
                    <a:pt x="5692" y="5179"/>
                  </a:lnTo>
                  <a:lnTo>
                    <a:pt x="5785" y="4946"/>
                  </a:lnTo>
                  <a:lnTo>
                    <a:pt x="5879" y="4713"/>
                  </a:lnTo>
                  <a:lnTo>
                    <a:pt x="5972" y="4293"/>
                  </a:lnTo>
                  <a:lnTo>
                    <a:pt x="5972" y="3919"/>
                  </a:lnTo>
                  <a:lnTo>
                    <a:pt x="5972" y="3780"/>
                  </a:lnTo>
                  <a:lnTo>
                    <a:pt x="5879" y="3640"/>
                  </a:lnTo>
                  <a:lnTo>
                    <a:pt x="5739" y="3546"/>
                  </a:lnTo>
                  <a:lnTo>
                    <a:pt x="5272" y="3546"/>
                  </a:lnTo>
                  <a:lnTo>
                    <a:pt x="4806" y="3640"/>
                  </a:lnTo>
                  <a:lnTo>
                    <a:pt x="4572" y="3733"/>
                  </a:lnTo>
                  <a:lnTo>
                    <a:pt x="4339" y="3826"/>
                  </a:lnTo>
                  <a:lnTo>
                    <a:pt x="4106" y="3966"/>
                  </a:lnTo>
                  <a:lnTo>
                    <a:pt x="3873" y="4153"/>
                  </a:lnTo>
                  <a:lnTo>
                    <a:pt x="3779" y="4293"/>
                  </a:lnTo>
                  <a:lnTo>
                    <a:pt x="3779" y="3313"/>
                  </a:lnTo>
                  <a:lnTo>
                    <a:pt x="3966" y="3033"/>
                  </a:lnTo>
                  <a:lnTo>
                    <a:pt x="4199" y="2707"/>
                  </a:lnTo>
                  <a:lnTo>
                    <a:pt x="4339" y="2240"/>
                  </a:lnTo>
                  <a:lnTo>
                    <a:pt x="4386" y="2007"/>
                  </a:lnTo>
                  <a:lnTo>
                    <a:pt x="4432" y="1773"/>
                  </a:lnTo>
                  <a:lnTo>
                    <a:pt x="4386" y="1494"/>
                  </a:lnTo>
                  <a:lnTo>
                    <a:pt x="4339" y="1214"/>
                  </a:lnTo>
                  <a:lnTo>
                    <a:pt x="4246" y="980"/>
                  </a:lnTo>
                  <a:lnTo>
                    <a:pt x="4106" y="747"/>
                  </a:lnTo>
                  <a:lnTo>
                    <a:pt x="3873" y="374"/>
                  </a:lnTo>
                  <a:lnTo>
                    <a:pt x="3639" y="94"/>
                  </a:lnTo>
                  <a:lnTo>
                    <a:pt x="34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8" name="Google Shape;288;p33"/>
          <p:cNvGrpSpPr/>
          <p:nvPr/>
        </p:nvGrpSpPr>
        <p:grpSpPr>
          <a:xfrm>
            <a:off x="1804750" y="1769500"/>
            <a:ext cx="335950" cy="335900"/>
            <a:chOff x="5529725" y="1303950"/>
            <a:chExt cx="335950" cy="335900"/>
          </a:xfrm>
        </p:grpSpPr>
        <p:sp>
          <p:nvSpPr>
            <p:cNvPr id="289" name="Google Shape;289;p33"/>
            <p:cNvSpPr/>
            <p:nvPr/>
          </p:nvSpPr>
          <p:spPr>
            <a:xfrm>
              <a:off x="5687200" y="1461400"/>
              <a:ext cx="19850" cy="39675"/>
            </a:xfrm>
            <a:custGeom>
              <a:avLst/>
              <a:gdLst/>
              <a:ahLst/>
              <a:cxnLst/>
              <a:rect l="l" t="t" r="r" b="b"/>
              <a:pathLst>
                <a:path w="794" h="1587" extrusionOk="0">
                  <a:moveTo>
                    <a:pt x="420" y="0"/>
                  </a:moveTo>
                  <a:lnTo>
                    <a:pt x="233" y="47"/>
                  </a:lnTo>
                  <a:lnTo>
                    <a:pt x="140" y="140"/>
                  </a:lnTo>
                  <a:lnTo>
                    <a:pt x="47" y="233"/>
                  </a:lnTo>
                  <a:lnTo>
                    <a:pt x="0" y="420"/>
                  </a:lnTo>
                  <a:lnTo>
                    <a:pt x="0" y="1213"/>
                  </a:lnTo>
                  <a:lnTo>
                    <a:pt x="47" y="1353"/>
                  </a:lnTo>
                  <a:lnTo>
                    <a:pt x="140" y="1493"/>
                  </a:lnTo>
                  <a:lnTo>
                    <a:pt x="233" y="1540"/>
                  </a:lnTo>
                  <a:lnTo>
                    <a:pt x="420" y="1586"/>
                  </a:lnTo>
                  <a:lnTo>
                    <a:pt x="560" y="1540"/>
                  </a:lnTo>
                  <a:lnTo>
                    <a:pt x="700" y="1493"/>
                  </a:lnTo>
                  <a:lnTo>
                    <a:pt x="747" y="1353"/>
                  </a:lnTo>
                  <a:lnTo>
                    <a:pt x="793" y="1213"/>
                  </a:lnTo>
                  <a:lnTo>
                    <a:pt x="793" y="420"/>
                  </a:lnTo>
                  <a:lnTo>
                    <a:pt x="747" y="233"/>
                  </a:lnTo>
                  <a:lnTo>
                    <a:pt x="700" y="140"/>
                  </a:lnTo>
                  <a:lnTo>
                    <a:pt x="560" y="47"/>
                  </a:lnTo>
                  <a:lnTo>
                    <a:pt x="4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33"/>
            <p:cNvSpPr/>
            <p:nvPr/>
          </p:nvSpPr>
          <p:spPr>
            <a:xfrm>
              <a:off x="5726850" y="1450900"/>
              <a:ext cx="29175" cy="37350"/>
            </a:xfrm>
            <a:custGeom>
              <a:avLst/>
              <a:gdLst/>
              <a:ahLst/>
              <a:cxnLst/>
              <a:rect l="l" t="t" r="r" b="b"/>
              <a:pathLst>
                <a:path w="1167" h="1494" extrusionOk="0">
                  <a:moveTo>
                    <a:pt x="327" y="0"/>
                  </a:moveTo>
                  <a:lnTo>
                    <a:pt x="187" y="47"/>
                  </a:lnTo>
                  <a:lnTo>
                    <a:pt x="94" y="187"/>
                  </a:lnTo>
                  <a:lnTo>
                    <a:pt x="0" y="280"/>
                  </a:lnTo>
                  <a:lnTo>
                    <a:pt x="0" y="467"/>
                  </a:lnTo>
                  <a:lnTo>
                    <a:pt x="47" y="607"/>
                  </a:lnTo>
                  <a:lnTo>
                    <a:pt x="467" y="1260"/>
                  </a:lnTo>
                  <a:lnTo>
                    <a:pt x="560" y="1400"/>
                  </a:lnTo>
                  <a:lnTo>
                    <a:pt x="700" y="1446"/>
                  </a:lnTo>
                  <a:lnTo>
                    <a:pt x="840" y="1493"/>
                  </a:lnTo>
                  <a:lnTo>
                    <a:pt x="980" y="1446"/>
                  </a:lnTo>
                  <a:lnTo>
                    <a:pt x="1120" y="1307"/>
                  </a:lnTo>
                  <a:lnTo>
                    <a:pt x="1167" y="1167"/>
                  </a:lnTo>
                  <a:lnTo>
                    <a:pt x="1167" y="1027"/>
                  </a:lnTo>
                  <a:lnTo>
                    <a:pt x="1120" y="887"/>
                  </a:lnTo>
                  <a:lnTo>
                    <a:pt x="747" y="187"/>
                  </a:lnTo>
                  <a:lnTo>
                    <a:pt x="607" y="94"/>
                  </a:lnTo>
                  <a:lnTo>
                    <a:pt x="5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33"/>
            <p:cNvSpPr/>
            <p:nvPr/>
          </p:nvSpPr>
          <p:spPr>
            <a:xfrm>
              <a:off x="5638200" y="1450900"/>
              <a:ext cx="29175" cy="37350"/>
            </a:xfrm>
            <a:custGeom>
              <a:avLst/>
              <a:gdLst/>
              <a:ahLst/>
              <a:cxnLst/>
              <a:rect l="l" t="t" r="r" b="b"/>
              <a:pathLst>
                <a:path w="1167" h="1494" extrusionOk="0">
                  <a:moveTo>
                    <a:pt x="700" y="0"/>
                  </a:moveTo>
                  <a:lnTo>
                    <a:pt x="561" y="94"/>
                  </a:lnTo>
                  <a:lnTo>
                    <a:pt x="467" y="187"/>
                  </a:lnTo>
                  <a:lnTo>
                    <a:pt x="47" y="887"/>
                  </a:lnTo>
                  <a:lnTo>
                    <a:pt x="1" y="1027"/>
                  </a:lnTo>
                  <a:lnTo>
                    <a:pt x="1" y="1167"/>
                  </a:lnTo>
                  <a:lnTo>
                    <a:pt x="94" y="1307"/>
                  </a:lnTo>
                  <a:lnTo>
                    <a:pt x="187" y="1446"/>
                  </a:lnTo>
                  <a:lnTo>
                    <a:pt x="327" y="1493"/>
                  </a:lnTo>
                  <a:lnTo>
                    <a:pt x="514" y="1446"/>
                  </a:lnTo>
                  <a:lnTo>
                    <a:pt x="654" y="1400"/>
                  </a:lnTo>
                  <a:lnTo>
                    <a:pt x="747" y="1260"/>
                  </a:lnTo>
                  <a:lnTo>
                    <a:pt x="1120" y="607"/>
                  </a:lnTo>
                  <a:lnTo>
                    <a:pt x="1167" y="467"/>
                  </a:lnTo>
                  <a:lnTo>
                    <a:pt x="1167" y="280"/>
                  </a:lnTo>
                  <a:lnTo>
                    <a:pt x="1120" y="187"/>
                  </a:lnTo>
                  <a:lnTo>
                    <a:pt x="980" y="47"/>
                  </a:lnTo>
                  <a:lnTo>
                    <a:pt x="8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33"/>
            <p:cNvSpPr/>
            <p:nvPr/>
          </p:nvSpPr>
          <p:spPr>
            <a:xfrm>
              <a:off x="5529725" y="1436900"/>
              <a:ext cx="335950" cy="202950"/>
            </a:xfrm>
            <a:custGeom>
              <a:avLst/>
              <a:gdLst/>
              <a:ahLst/>
              <a:cxnLst/>
              <a:rect l="l" t="t" r="r" b="b"/>
              <a:pathLst>
                <a:path w="13438" h="8118" extrusionOk="0">
                  <a:moveTo>
                    <a:pt x="2614" y="0"/>
                  </a:moveTo>
                  <a:lnTo>
                    <a:pt x="2474" y="47"/>
                  </a:lnTo>
                  <a:lnTo>
                    <a:pt x="2334" y="94"/>
                  </a:lnTo>
                  <a:lnTo>
                    <a:pt x="2147" y="374"/>
                  </a:lnTo>
                  <a:lnTo>
                    <a:pt x="1867" y="747"/>
                  </a:lnTo>
                  <a:lnTo>
                    <a:pt x="1774" y="980"/>
                  </a:lnTo>
                  <a:lnTo>
                    <a:pt x="1680" y="1213"/>
                  </a:lnTo>
                  <a:lnTo>
                    <a:pt x="1587" y="1493"/>
                  </a:lnTo>
                  <a:lnTo>
                    <a:pt x="1587" y="1773"/>
                  </a:lnTo>
                  <a:lnTo>
                    <a:pt x="1587" y="2006"/>
                  </a:lnTo>
                  <a:lnTo>
                    <a:pt x="1634" y="2240"/>
                  </a:lnTo>
                  <a:lnTo>
                    <a:pt x="1820" y="2706"/>
                  </a:lnTo>
                  <a:lnTo>
                    <a:pt x="2007" y="3033"/>
                  </a:lnTo>
                  <a:lnTo>
                    <a:pt x="2240" y="3313"/>
                  </a:lnTo>
                  <a:lnTo>
                    <a:pt x="2240" y="4292"/>
                  </a:lnTo>
                  <a:lnTo>
                    <a:pt x="2147" y="4153"/>
                  </a:lnTo>
                  <a:lnTo>
                    <a:pt x="1914" y="3966"/>
                  </a:lnTo>
                  <a:lnTo>
                    <a:pt x="1680" y="3826"/>
                  </a:lnTo>
                  <a:lnTo>
                    <a:pt x="1447" y="3733"/>
                  </a:lnTo>
                  <a:lnTo>
                    <a:pt x="1167" y="3639"/>
                  </a:lnTo>
                  <a:lnTo>
                    <a:pt x="747" y="3546"/>
                  </a:lnTo>
                  <a:lnTo>
                    <a:pt x="234" y="3546"/>
                  </a:lnTo>
                  <a:lnTo>
                    <a:pt x="141" y="3639"/>
                  </a:lnTo>
                  <a:lnTo>
                    <a:pt x="48" y="3779"/>
                  </a:lnTo>
                  <a:lnTo>
                    <a:pt x="1" y="3919"/>
                  </a:lnTo>
                  <a:lnTo>
                    <a:pt x="48" y="4292"/>
                  </a:lnTo>
                  <a:lnTo>
                    <a:pt x="141" y="4712"/>
                  </a:lnTo>
                  <a:lnTo>
                    <a:pt x="188" y="4946"/>
                  </a:lnTo>
                  <a:lnTo>
                    <a:pt x="328" y="5226"/>
                  </a:lnTo>
                  <a:lnTo>
                    <a:pt x="467" y="5459"/>
                  </a:lnTo>
                  <a:lnTo>
                    <a:pt x="654" y="5645"/>
                  </a:lnTo>
                  <a:lnTo>
                    <a:pt x="841" y="5832"/>
                  </a:lnTo>
                  <a:lnTo>
                    <a:pt x="1027" y="5972"/>
                  </a:lnTo>
                  <a:lnTo>
                    <a:pt x="1494" y="6159"/>
                  </a:lnTo>
                  <a:lnTo>
                    <a:pt x="1914" y="6252"/>
                  </a:lnTo>
                  <a:lnTo>
                    <a:pt x="2240" y="6299"/>
                  </a:lnTo>
                  <a:lnTo>
                    <a:pt x="2240" y="7325"/>
                  </a:lnTo>
                  <a:lnTo>
                    <a:pt x="374" y="7325"/>
                  </a:lnTo>
                  <a:lnTo>
                    <a:pt x="234" y="7372"/>
                  </a:lnTo>
                  <a:lnTo>
                    <a:pt x="94" y="7465"/>
                  </a:lnTo>
                  <a:lnTo>
                    <a:pt x="1" y="7605"/>
                  </a:lnTo>
                  <a:lnTo>
                    <a:pt x="1" y="7745"/>
                  </a:lnTo>
                  <a:lnTo>
                    <a:pt x="1" y="7885"/>
                  </a:lnTo>
                  <a:lnTo>
                    <a:pt x="94" y="8025"/>
                  </a:lnTo>
                  <a:lnTo>
                    <a:pt x="234" y="8118"/>
                  </a:lnTo>
                  <a:lnTo>
                    <a:pt x="13157" y="8118"/>
                  </a:lnTo>
                  <a:lnTo>
                    <a:pt x="13297" y="8025"/>
                  </a:lnTo>
                  <a:lnTo>
                    <a:pt x="13390" y="7885"/>
                  </a:lnTo>
                  <a:lnTo>
                    <a:pt x="13437" y="7745"/>
                  </a:lnTo>
                  <a:lnTo>
                    <a:pt x="13390" y="7605"/>
                  </a:lnTo>
                  <a:lnTo>
                    <a:pt x="13297" y="7465"/>
                  </a:lnTo>
                  <a:lnTo>
                    <a:pt x="13157" y="7372"/>
                  </a:lnTo>
                  <a:lnTo>
                    <a:pt x="13017" y="7325"/>
                  </a:lnTo>
                  <a:lnTo>
                    <a:pt x="11151" y="7325"/>
                  </a:lnTo>
                  <a:lnTo>
                    <a:pt x="11151" y="6299"/>
                  </a:lnTo>
                  <a:lnTo>
                    <a:pt x="11524" y="6252"/>
                  </a:lnTo>
                  <a:lnTo>
                    <a:pt x="11944" y="6159"/>
                  </a:lnTo>
                  <a:lnTo>
                    <a:pt x="12364" y="5972"/>
                  </a:lnTo>
                  <a:lnTo>
                    <a:pt x="12551" y="5832"/>
                  </a:lnTo>
                  <a:lnTo>
                    <a:pt x="12737" y="5645"/>
                  </a:lnTo>
                  <a:lnTo>
                    <a:pt x="12924" y="5459"/>
                  </a:lnTo>
                  <a:lnTo>
                    <a:pt x="13110" y="5226"/>
                  </a:lnTo>
                  <a:lnTo>
                    <a:pt x="13204" y="4946"/>
                  </a:lnTo>
                  <a:lnTo>
                    <a:pt x="13297" y="4712"/>
                  </a:lnTo>
                  <a:lnTo>
                    <a:pt x="13390" y="4292"/>
                  </a:lnTo>
                  <a:lnTo>
                    <a:pt x="13390" y="3919"/>
                  </a:lnTo>
                  <a:lnTo>
                    <a:pt x="13344" y="3779"/>
                  </a:lnTo>
                  <a:lnTo>
                    <a:pt x="13297" y="3639"/>
                  </a:lnTo>
                  <a:lnTo>
                    <a:pt x="13157" y="3546"/>
                  </a:lnTo>
                  <a:lnTo>
                    <a:pt x="12644" y="3546"/>
                  </a:lnTo>
                  <a:lnTo>
                    <a:pt x="12224" y="3639"/>
                  </a:lnTo>
                  <a:lnTo>
                    <a:pt x="11991" y="3733"/>
                  </a:lnTo>
                  <a:lnTo>
                    <a:pt x="11711" y="3826"/>
                  </a:lnTo>
                  <a:lnTo>
                    <a:pt x="11478" y="3966"/>
                  </a:lnTo>
                  <a:lnTo>
                    <a:pt x="11291" y="4153"/>
                  </a:lnTo>
                  <a:lnTo>
                    <a:pt x="11151" y="4292"/>
                  </a:lnTo>
                  <a:lnTo>
                    <a:pt x="11151" y="3313"/>
                  </a:lnTo>
                  <a:lnTo>
                    <a:pt x="11384" y="3033"/>
                  </a:lnTo>
                  <a:lnTo>
                    <a:pt x="11571" y="2706"/>
                  </a:lnTo>
                  <a:lnTo>
                    <a:pt x="11758" y="2240"/>
                  </a:lnTo>
                  <a:lnTo>
                    <a:pt x="11804" y="2006"/>
                  </a:lnTo>
                  <a:lnTo>
                    <a:pt x="11804" y="1773"/>
                  </a:lnTo>
                  <a:lnTo>
                    <a:pt x="11804" y="1493"/>
                  </a:lnTo>
                  <a:lnTo>
                    <a:pt x="11711" y="1213"/>
                  </a:lnTo>
                  <a:lnTo>
                    <a:pt x="11618" y="980"/>
                  </a:lnTo>
                  <a:lnTo>
                    <a:pt x="11524" y="747"/>
                  </a:lnTo>
                  <a:lnTo>
                    <a:pt x="11291" y="374"/>
                  </a:lnTo>
                  <a:lnTo>
                    <a:pt x="11058" y="94"/>
                  </a:lnTo>
                  <a:lnTo>
                    <a:pt x="10918" y="47"/>
                  </a:lnTo>
                  <a:lnTo>
                    <a:pt x="10778" y="0"/>
                  </a:lnTo>
                  <a:lnTo>
                    <a:pt x="10638" y="47"/>
                  </a:lnTo>
                  <a:lnTo>
                    <a:pt x="10498" y="94"/>
                  </a:lnTo>
                  <a:lnTo>
                    <a:pt x="10265" y="374"/>
                  </a:lnTo>
                  <a:lnTo>
                    <a:pt x="10031" y="747"/>
                  </a:lnTo>
                  <a:lnTo>
                    <a:pt x="9891" y="980"/>
                  </a:lnTo>
                  <a:lnTo>
                    <a:pt x="9798" y="1213"/>
                  </a:lnTo>
                  <a:lnTo>
                    <a:pt x="9751" y="1493"/>
                  </a:lnTo>
                  <a:lnTo>
                    <a:pt x="9705" y="1773"/>
                  </a:lnTo>
                  <a:lnTo>
                    <a:pt x="9751" y="2006"/>
                  </a:lnTo>
                  <a:lnTo>
                    <a:pt x="9798" y="2240"/>
                  </a:lnTo>
                  <a:lnTo>
                    <a:pt x="9938" y="2706"/>
                  </a:lnTo>
                  <a:lnTo>
                    <a:pt x="10171" y="3033"/>
                  </a:lnTo>
                  <a:lnTo>
                    <a:pt x="10358" y="3313"/>
                  </a:lnTo>
                  <a:lnTo>
                    <a:pt x="10358" y="4292"/>
                  </a:lnTo>
                  <a:lnTo>
                    <a:pt x="10265" y="4153"/>
                  </a:lnTo>
                  <a:lnTo>
                    <a:pt x="10031" y="3966"/>
                  </a:lnTo>
                  <a:lnTo>
                    <a:pt x="9798" y="3826"/>
                  </a:lnTo>
                  <a:lnTo>
                    <a:pt x="9565" y="3733"/>
                  </a:lnTo>
                  <a:lnTo>
                    <a:pt x="9332" y="3639"/>
                  </a:lnTo>
                  <a:lnTo>
                    <a:pt x="8865" y="3546"/>
                  </a:lnTo>
                  <a:lnTo>
                    <a:pt x="8398" y="3546"/>
                  </a:lnTo>
                  <a:lnTo>
                    <a:pt x="8259" y="3639"/>
                  </a:lnTo>
                  <a:lnTo>
                    <a:pt x="8165" y="3779"/>
                  </a:lnTo>
                  <a:lnTo>
                    <a:pt x="8165" y="3919"/>
                  </a:lnTo>
                  <a:lnTo>
                    <a:pt x="8165" y="4292"/>
                  </a:lnTo>
                  <a:lnTo>
                    <a:pt x="8259" y="4712"/>
                  </a:lnTo>
                  <a:lnTo>
                    <a:pt x="8352" y="4946"/>
                  </a:lnTo>
                  <a:lnTo>
                    <a:pt x="8445" y="5226"/>
                  </a:lnTo>
                  <a:lnTo>
                    <a:pt x="8585" y="5459"/>
                  </a:lnTo>
                  <a:lnTo>
                    <a:pt x="8772" y="5645"/>
                  </a:lnTo>
                  <a:lnTo>
                    <a:pt x="8958" y="5832"/>
                  </a:lnTo>
                  <a:lnTo>
                    <a:pt x="9192" y="5972"/>
                  </a:lnTo>
                  <a:lnTo>
                    <a:pt x="9611" y="6159"/>
                  </a:lnTo>
                  <a:lnTo>
                    <a:pt x="10031" y="6252"/>
                  </a:lnTo>
                  <a:lnTo>
                    <a:pt x="10358" y="6299"/>
                  </a:lnTo>
                  <a:lnTo>
                    <a:pt x="10358" y="7325"/>
                  </a:lnTo>
                  <a:lnTo>
                    <a:pt x="3033" y="7325"/>
                  </a:lnTo>
                  <a:lnTo>
                    <a:pt x="3033" y="6299"/>
                  </a:lnTo>
                  <a:lnTo>
                    <a:pt x="3360" y="6252"/>
                  </a:lnTo>
                  <a:lnTo>
                    <a:pt x="3780" y="6159"/>
                  </a:lnTo>
                  <a:lnTo>
                    <a:pt x="4200" y="5972"/>
                  </a:lnTo>
                  <a:lnTo>
                    <a:pt x="4433" y="5832"/>
                  </a:lnTo>
                  <a:lnTo>
                    <a:pt x="4620" y="5645"/>
                  </a:lnTo>
                  <a:lnTo>
                    <a:pt x="4806" y="5459"/>
                  </a:lnTo>
                  <a:lnTo>
                    <a:pt x="4946" y="5226"/>
                  </a:lnTo>
                  <a:lnTo>
                    <a:pt x="5039" y="4946"/>
                  </a:lnTo>
                  <a:lnTo>
                    <a:pt x="5133" y="4712"/>
                  </a:lnTo>
                  <a:lnTo>
                    <a:pt x="5226" y="4292"/>
                  </a:lnTo>
                  <a:lnTo>
                    <a:pt x="5273" y="3919"/>
                  </a:lnTo>
                  <a:lnTo>
                    <a:pt x="5226" y="3779"/>
                  </a:lnTo>
                  <a:lnTo>
                    <a:pt x="5133" y="3639"/>
                  </a:lnTo>
                  <a:lnTo>
                    <a:pt x="4993" y="3546"/>
                  </a:lnTo>
                  <a:lnTo>
                    <a:pt x="4526" y="3546"/>
                  </a:lnTo>
                  <a:lnTo>
                    <a:pt x="4060" y="3639"/>
                  </a:lnTo>
                  <a:lnTo>
                    <a:pt x="3826" y="3733"/>
                  </a:lnTo>
                  <a:lnTo>
                    <a:pt x="3593" y="3826"/>
                  </a:lnTo>
                  <a:lnTo>
                    <a:pt x="3360" y="3966"/>
                  </a:lnTo>
                  <a:lnTo>
                    <a:pt x="3127" y="4153"/>
                  </a:lnTo>
                  <a:lnTo>
                    <a:pt x="3033" y="4292"/>
                  </a:lnTo>
                  <a:lnTo>
                    <a:pt x="3033" y="3313"/>
                  </a:lnTo>
                  <a:lnTo>
                    <a:pt x="3220" y="3033"/>
                  </a:lnTo>
                  <a:lnTo>
                    <a:pt x="3453" y="2706"/>
                  </a:lnTo>
                  <a:lnTo>
                    <a:pt x="3640" y="2240"/>
                  </a:lnTo>
                  <a:lnTo>
                    <a:pt x="3687" y="2006"/>
                  </a:lnTo>
                  <a:lnTo>
                    <a:pt x="3687" y="1773"/>
                  </a:lnTo>
                  <a:lnTo>
                    <a:pt x="3640" y="1493"/>
                  </a:lnTo>
                  <a:lnTo>
                    <a:pt x="3593" y="1213"/>
                  </a:lnTo>
                  <a:lnTo>
                    <a:pt x="3500" y="980"/>
                  </a:lnTo>
                  <a:lnTo>
                    <a:pt x="3407" y="747"/>
                  </a:lnTo>
                  <a:lnTo>
                    <a:pt x="3127" y="374"/>
                  </a:lnTo>
                  <a:lnTo>
                    <a:pt x="2940" y="94"/>
                  </a:lnTo>
                  <a:lnTo>
                    <a:pt x="2800" y="47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33"/>
            <p:cNvSpPr/>
            <p:nvPr/>
          </p:nvSpPr>
          <p:spPr>
            <a:xfrm>
              <a:off x="5621875" y="1350600"/>
              <a:ext cx="150475" cy="45500"/>
            </a:xfrm>
            <a:custGeom>
              <a:avLst/>
              <a:gdLst/>
              <a:ahLst/>
              <a:cxnLst/>
              <a:rect l="l" t="t" r="r" b="b"/>
              <a:pathLst>
                <a:path w="6019" h="1820" extrusionOk="0">
                  <a:moveTo>
                    <a:pt x="1167" y="0"/>
                  </a:moveTo>
                  <a:lnTo>
                    <a:pt x="887" y="93"/>
                  </a:lnTo>
                  <a:lnTo>
                    <a:pt x="654" y="233"/>
                  </a:lnTo>
                  <a:lnTo>
                    <a:pt x="420" y="420"/>
                  </a:lnTo>
                  <a:lnTo>
                    <a:pt x="234" y="607"/>
                  </a:lnTo>
                  <a:lnTo>
                    <a:pt x="94" y="887"/>
                  </a:lnTo>
                  <a:lnTo>
                    <a:pt x="47" y="1120"/>
                  </a:lnTo>
                  <a:lnTo>
                    <a:pt x="1" y="1446"/>
                  </a:lnTo>
                  <a:lnTo>
                    <a:pt x="47" y="1586"/>
                  </a:lnTo>
                  <a:lnTo>
                    <a:pt x="94" y="1726"/>
                  </a:lnTo>
                  <a:lnTo>
                    <a:pt x="234" y="1773"/>
                  </a:lnTo>
                  <a:lnTo>
                    <a:pt x="374" y="1820"/>
                  </a:lnTo>
                  <a:lnTo>
                    <a:pt x="5646" y="1820"/>
                  </a:lnTo>
                  <a:lnTo>
                    <a:pt x="5786" y="1773"/>
                  </a:lnTo>
                  <a:lnTo>
                    <a:pt x="5925" y="1726"/>
                  </a:lnTo>
                  <a:lnTo>
                    <a:pt x="6019" y="1586"/>
                  </a:lnTo>
                  <a:lnTo>
                    <a:pt x="6019" y="1446"/>
                  </a:lnTo>
                  <a:lnTo>
                    <a:pt x="6019" y="1120"/>
                  </a:lnTo>
                  <a:lnTo>
                    <a:pt x="5925" y="887"/>
                  </a:lnTo>
                  <a:lnTo>
                    <a:pt x="5786" y="607"/>
                  </a:lnTo>
                  <a:lnTo>
                    <a:pt x="5599" y="420"/>
                  </a:lnTo>
                  <a:lnTo>
                    <a:pt x="5412" y="233"/>
                  </a:lnTo>
                  <a:lnTo>
                    <a:pt x="5132" y="93"/>
                  </a:lnTo>
                  <a:lnTo>
                    <a:pt x="489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33"/>
            <p:cNvSpPr/>
            <p:nvPr/>
          </p:nvSpPr>
          <p:spPr>
            <a:xfrm>
              <a:off x="5677850" y="1303950"/>
              <a:ext cx="39700" cy="26850"/>
            </a:xfrm>
            <a:custGeom>
              <a:avLst/>
              <a:gdLst/>
              <a:ahLst/>
              <a:cxnLst/>
              <a:rect l="l" t="t" r="r" b="b"/>
              <a:pathLst>
                <a:path w="1588" h="1074" extrusionOk="0">
                  <a:moveTo>
                    <a:pt x="374" y="0"/>
                  </a:moveTo>
                  <a:lnTo>
                    <a:pt x="234" y="47"/>
                  </a:lnTo>
                  <a:lnTo>
                    <a:pt x="94" y="140"/>
                  </a:lnTo>
                  <a:lnTo>
                    <a:pt x="1" y="233"/>
                  </a:lnTo>
                  <a:lnTo>
                    <a:pt x="1" y="420"/>
                  </a:lnTo>
                  <a:lnTo>
                    <a:pt x="1" y="1073"/>
                  </a:lnTo>
                  <a:lnTo>
                    <a:pt x="1587" y="1073"/>
                  </a:lnTo>
                  <a:lnTo>
                    <a:pt x="1587" y="420"/>
                  </a:lnTo>
                  <a:lnTo>
                    <a:pt x="1540" y="233"/>
                  </a:lnTo>
                  <a:lnTo>
                    <a:pt x="1447" y="140"/>
                  </a:lnTo>
                  <a:lnTo>
                    <a:pt x="1307" y="47"/>
                  </a:lnTo>
                  <a:lnTo>
                    <a:pt x="11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33"/>
            <p:cNvSpPr/>
            <p:nvPr/>
          </p:nvSpPr>
          <p:spPr>
            <a:xfrm>
              <a:off x="5653375" y="1415900"/>
              <a:ext cx="87500" cy="25700"/>
            </a:xfrm>
            <a:custGeom>
              <a:avLst/>
              <a:gdLst/>
              <a:ahLst/>
              <a:cxnLst/>
              <a:rect l="l" t="t" r="r" b="b"/>
              <a:pathLst>
                <a:path w="3500" h="1028" extrusionOk="0">
                  <a:moveTo>
                    <a:pt x="0" y="1"/>
                  </a:moveTo>
                  <a:lnTo>
                    <a:pt x="140" y="234"/>
                  </a:lnTo>
                  <a:lnTo>
                    <a:pt x="327" y="421"/>
                  </a:lnTo>
                  <a:lnTo>
                    <a:pt x="513" y="607"/>
                  </a:lnTo>
                  <a:lnTo>
                    <a:pt x="747" y="747"/>
                  </a:lnTo>
                  <a:lnTo>
                    <a:pt x="980" y="887"/>
                  </a:lnTo>
                  <a:lnTo>
                    <a:pt x="1213" y="980"/>
                  </a:lnTo>
                  <a:lnTo>
                    <a:pt x="1493" y="1027"/>
                  </a:lnTo>
                  <a:lnTo>
                    <a:pt x="2053" y="1027"/>
                  </a:lnTo>
                  <a:lnTo>
                    <a:pt x="2286" y="980"/>
                  </a:lnTo>
                  <a:lnTo>
                    <a:pt x="2566" y="887"/>
                  </a:lnTo>
                  <a:lnTo>
                    <a:pt x="2799" y="747"/>
                  </a:lnTo>
                  <a:lnTo>
                    <a:pt x="2986" y="607"/>
                  </a:lnTo>
                  <a:lnTo>
                    <a:pt x="3173" y="421"/>
                  </a:lnTo>
                  <a:lnTo>
                    <a:pt x="3359" y="234"/>
                  </a:lnTo>
                  <a:lnTo>
                    <a:pt x="34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6" name="Google Shape;296;p33"/>
          <p:cNvGrpSpPr/>
          <p:nvPr/>
        </p:nvGrpSpPr>
        <p:grpSpPr>
          <a:xfrm>
            <a:off x="4404038" y="1769488"/>
            <a:ext cx="335925" cy="335925"/>
            <a:chOff x="1747350" y="1989725"/>
            <a:chExt cx="335925" cy="335925"/>
          </a:xfrm>
        </p:grpSpPr>
        <p:sp>
          <p:nvSpPr>
            <p:cNvPr id="297" name="Google Shape;297;p33"/>
            <p:cNvSpPr/>
            <p:nvPr/>
          </p:nvSpPr>
          <p:spPr>
            <a:xfrm>
              <a:off x="1867475" y="2200825"/>
              <a:ext cx="215800" cy="124825"/>
            </a:xfrm>
            <a:custGeom>
              <a:avLst/>
              <a:gdLst/>
              <a:ahLst/>
              <a:cxnLst/>
              <a:rect l="l" t="t" r="r" b="b"/>
              <a:pathLst>
                <a:path w="8632" h="4993" extrusionOk="0">
                  <a:moveTo>
                    <a:pt x="234" y="1"/>
                  </a:moveTo>
                  <a:lnTo>
                    <a:pt x="94" y="94"/>
                  </a:lnTo>
                  <a:lnTo>
                    <a:pt x="0" y="234"/>
                  </a:lnTo>
                  <a:lnTo>
                    <a:pt x="0" y="374"/>
                  </a:lnTo>
                  <a:lnTo>
                    <a:pt x="0" y="3267"/>
                  </a:lnTo>
                  <a:lnTo>
                    <a:pt x="0" y="3640"/>
                  </a:lnTo>
                  <a:lnTo>
                    <a:pt x="140" y="3920"/>
                  </a:lnTo>
                  <a:lnTo>
                    <a:pt x="280" y="4246"/>
                  </a:lnTo>
                  <a:lnTo>
                    <a:pt x="467" y="4480"/>
                  </a:lnTo>
                  <a:lnTo>
                    <a:pt x="747" y="4666"/>
                  </a:lnTo>
                  <a:lnTo>
                    <a:pt x="1027" y="4853"/>
                  </a:lnTo>
                  <a:lnTo>
                    <a:pt x="1353" y="4946"/>
                  </a:lnTo>
                  <a:lnTo>
                    <a:pt x="1680" y="4993"/>
                  </a:lnTo>
                  <a:lnTo>
                    <a:pt x="6952" y="4993"/>
                  </a:lnTo>
                  <a:lnTo>
                    <a:pt x="7278" y="4946"/>
                  </a:lnTo>
                  <a:lnTo>
                    <a:pt x="7605" y="4853"/>
                  </a:lnTo>
                  <a:lnTo>
                    <a:pt x="7885" y="4666"/>
                  </a:lnTo>
                  <a:lnTo>
                    <a:pt x="8165" y="4480"/>
                  </a:lnTo>
                  <a:lnTo>
                    <a:pt x="8351" y="4246"/>
                  </a:lnTo>
                  <a:lnTo>
                    <a:pt x="8491" y="3920"/>
                  </a:lnTo>
                  <a:lnTo>
                    <a:pt x="8631" y="3640"/>
                  </a:lnTo>
                  <a:lnTo>
                    <a:pt x="8631" y="3267"/>
                  </a:lnTo>
                  <a:lnTo>
                    <a:pt x="8631" y="3127"/>
                  </a:lnTo>
                  <a:lnTo>
                    <a:pt x="8538" y="2987"/>
                  </a:lnTo>
                  <a:lnTo>
                    <a:pt x="8398" y="2893"/>
                  </a:lnTo>
                  <a:lnTo>
                    <a:pt x="1960" y="2893"/>
                  </a:lnTo>
                  <a:lnTo>
                    <a:pt x="1820" y="2847"/>
                  </a:lnTo>
                  <a:lnTo>
                    <a:pt x="1680" y="2754"/>
                  </a:lnTo>
                  <a:lnTo>
                    <a:pt x="1587" y="2660"/>
                  </a:lnTo>
                  <a:lnTo>
                    <a:pt x="1540" y="2474"/>
                  </a:lnTo>
                  <a:lnTo>
                    <a:pt x="1540" y="794"/>
                  </a:lnTo>
                  <a:lnTo>
                    <a:pt x="1540" y="607"/>
                  </a:lnTo>
                  <a:lnTo>
                    <a:pt x="1493" y="468"/>
                  </a:lnTo>
                  <a:lnTo>
                    <a:pt x="1447" y="328"/>
                  </a:lnTo>
                  <a:lnTo>
                    <a:pt x="1307" y="234"/>
                  </a:lnTo>
                  <a:lnTo>
                    <a:pt x="1213" y="141"/>
                  </a:lnTo>
                  <a:lnTo>
                    <a:pt x="1073" y="48"/>
                  </a:lnTo>
                  <a:lnTo>
                    <a:pt x="9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33"/>
            <p:cNvSpPr/>
            <p:nvPr/>
          </p:nvSpPr>
          <p:spPr>
            <a:xfrm>
              <a:off x="1925775" y="2174000"/>
              <a:ext cx="144650" cy="79350"/>
            </a:xfrm>
            <a:custGeom>
              <a:avLst/>
              <a:gdLst/>
              <a:ahLst/>
              <a:cxnLst/>
              <a:rect l="l" t="t" r="r" b="b"/>
              <a:pathLst>
                <a:path w="5786" h="3174" extrusionOk="0">
                  <a:moveTo>
                    <a:pt x="2520" y="1"/>
                  </a:moveTo>
                  <a:lnTo>
                    <a:pt x="2194" y="48"/>
                  </a:lnTo>
                  <a:lnTo>
                    <a:pt x="1914" y="94"/>
                  </a:lnTo>
                  <a:lnTo>
                    <a:pt x="1680" y="234"/>
                  </a:lnTo>
                  <a:lnTo>
                    <a:pt x="1447" y="374"/>
                  </a:lnTo>
                  <a:lnTo>
                    <a:pt x="1214" y="607"/>
                  </a:lnTo>
                  <a:lnTo>
                    <a:pt x="1074" y="794"/>
                  </a:lnTo>
                  <a:lnTo>
                    <a:pt x="934" y="1074"/>
                  </a:lnTo>
                  <a:lnTo>
                    <a:pt x="841" y="1354"/>
                  </a:lnTo>
                  <a:lnTo>
                    <a:pt x="607" y="1354"/>
                  </a:lnTo>
                  <a:lnTo>
                    <a:pt x="421" y="1401"/>
                  </a:lnTo>
                  <a:lnTo>
                    <a:pt x="188" y="1494"/>
                  </a:lnTo>
                  <a:lnTo>
                    <a:pt x="1" y="1587"/>
                  </a:lnTo>
                  <a:lnTo>
                    <a:pt x="1" y="3173"/>
                  </a:lnTo>
                  <a:lnTo>
                    <a:pt x="5786" y="3173"/>
                  </a:lnTo>
                  <a:lnTo>
                    <a:pt x="5786" y="3033"/>
                  </a:lnTo>
                  <a:lnTo>
                    <a:pt x="5739" y="2707"/>
                  </a:lnTo>
                  <a:lnTo>
                    <a:pt x="5646" y="2380"/>
                  </a:lnTo>
                  <a:lnTo>
                    <a:pt x="5506" y="2100"/>
                  </a:lnTo>
                  <a:lnTo>
                    <a:pt x="5319" y="1867"/>
                  </a:lnTo>
                  <a:lnTo>
                    <a:pt x="5086" y="1634"/>
                  </a:lnTo>
                  <a:lnTo>
                    <a:pt x="4806" y="1494"/>
                  </a:lnTo>
                  <a:lnTo>
                    <a:pt x="4480" y="1401"/>
                  </a:lnTo>
                  <a:lnTo>
                    <a:pt x="4153" y="1354"/>
                  </a:lnTo>
                  <a:lnTo>
                    <a:pt x="4060" y="1074"/>
                  </a:lnTo>
                  <a:lnTo>
                    <a:pt x="3966" y="794"/>
                  </a:lnTo>
                  <a:lnTo>
                    <a:pt x="3780" y="607"/>
                  </a:lnTo>
                  <a:lnTo>
                    <a:pt x="3593" y="374"/>
                  </a:lnTo>
                  <a:lnTo>
                    <a:pt x="3360" y="234"/>
                  </a:lnTo>
                  <a:lnTo>
                    <a:pt x="3080" y="94"/>
                  </a:lnTo>
                  <a:lnTo>
                    <a:pt x="2800" y="48"/>
                  </a:lnTo>
                  <a:lnTo>
                    <a:pt x="252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33"/>
            <p:cNvSpPr/>
            <p:nvPr/>
          </p:nvSpPr>
          <p:spPr>
            <a:xfrm>
              <a:off x="1922300" y="1989725"/>
              <a:ext cx="131800" cy="165650"/>
            </a:xfrm>
            <a:custGeom>
              <a:avLst/>
              <a:gdLst/>
              <a:ahLst/>
              <a:cxnLst/>
              <a:rect l="l" t="t" r="r" b="b"/>
              <a:pathLst>
                <a:path w="5272" h="6626" extrusionOk="0">
                  <a:moveTo>
                    <a:pt x="2473" y="1"/>
                  </a:moveTo>
                  <a:lnTo>
                    <a:pt x="2379" y="94"/>
                  </a:lnTo>
                  <a:lnTo>
                    <a:pt x="2146" y="374"/>
                  </a:lnTo>
                  <a:lnTo>
                    <a:pt x="1913" y="747"/>
                  </a:lnTo>
                  <a:lnTo>
                    <a:pt x="1773" y="981"/>
                  </a:lnTo>
                  <a:lnTo>
                    <a:pt x="1680" y="1214"/>
                  </a:lnTo>
                  <a:lnTo>
                    <a:pt x="1633" y="1494"/>
                  </a:lnTo>
                  <a:lnTo>
                    <a:pt x="1586" y="1774"/>
                  </a:lnTo>
                  <a:lnTo>
                    <a:pt x="1633" y="2007"/>
                  </a:lnTo>
                  <a:lnTo>
                    <a:pt x="1680" y="2240"/>
                  </a:lnTo>
                  <a:lnTo>
                    <a:pt x="1819" y="2660"/>
                  </a:lnTo>
                  <a:lnTo>
                    <a:pt x="2053" y="3033"/>
                  </a:lnTo>
                  <a:lnTo>
                    <a:pt x="2239" y="3313"/>
                  </a:lnTo>
                  <a:lnTo>
                    <a:pt x="2239" y="4293"/>
                  </a:lnTo>
                  <a:lnTo>
                    <a:pt x="2146" y="4153"/>
                  </a:lnTo>
                  <a:lnTo>
                    <a:pt x="1913" y="3966"/>
                  </a:lnTo>
                  <a:lnTo>
                    <a:pt x="1680" y="3826"/>
                  </a:lnTo>
                  <a:lnTo>
                    <a:pt x="1446" y="3733"/>
                  </a:lnTo>
                  <a:lnTo>
                    <a:pt x="1213" y="3640"/>
                  </a:lnTo>
                  <a:lnTo>
                    <a:pt x="746" y="3546"/>
                  </a:lnTo>
                  <a:lnTo>
                    <a:pt x="280" y="3546"/>
                  </a:lnTo>
                  <a:lnTo>
                    <a:pt x="140" y="3640"/>
                  </a:lnTo>
                  <a:lnTo>
                    <a:pt x="47" y="3780"/>
                  </a:lnTo>
                  <a:lnTo>
                    <a:pt x="0" y="3920"/>
                  </a:lnTo>
                  <a:lnTo>
                    <a:pt x="47" y="4246"/>
                  </a:lnTo>
                  <a:lnTo>
                    <a:pt x="140" y="4713"/>
                  </a:lnTo>
                  <a:lnTo>
                    <a:pt x="233" y="4946"/>
                  </a:lnTo>
                  <a:lnTo>
                    <a:pt x="327" y="5179"/>
                  </a:lnTo>
                  <a:lnTo>
                    <a:pt x="467" y="5413"/>
                  </a:lnTo>
                  <a:lnTo>
                    <a:pt x="653" y="5646"/>
                  </a:lnTo>
                  <a:lnTo>
                    <a:pt x="840" y="5832"/>
                  </a:lnTo>
                  <a:lnTo>
                    <a:pt x="1073" y="5972"/>
                  </a:lnTo>
                  <a:lnTo>
                    <a:pt x="1493" y="6159"/>
                  </a:lnTo>
                  <a:lnTo>
                    <a:pt x="1913" y="6252"/>
                  </a:lnTo>
                  <a:lnTo>
                    <a:pt x="2239" y="6299"/>
                  </a:lnTo>
                  <a:lnTo>
                    <a:pt x="2239" y="6626"/>
                  </a:lnTo>
                  <a:lnTo>
                    <a:pt x="2659" y="6579"/>
                  </a:lnTo>
                  <a:lnTo>
                    <a:pt x="3032" y="6626"/>
                  </a:lnTo>
                  <a:lnTo>
                    <a:pt x="3032" y="6299"/>
                  </a:lnTo>
                  <a:lnTo>
                    <a:pt x="3406" y="6252"/>
                  </a:lnTo>
                  <a:lnTo>
                    <a:pt x="3779" y="6159"/>
                  </a:lnTo>
                  <a:lnTo>
                    <a:pt x="4245" y="5972"/>
                  </a:lnTo>
                  <a:lnTo>
                    <a:pt x="4432" y="5832"/>
                  </a:lnTo>
                  <a:lnTo>
                    <a:pt x="4619" y="5646"/>
                  </a:lnTo>
                  <a:lnTo>
                    <a:pt x="4805" y="5413"/>
                  </a:lnTo>
                  <a:lnTo>
                    <a:pt x="4945" y="5179"/>
                  </a:lnTo>
                  <a:lnTo>
                    <a:pt x="5085" y="4946"/>
                  </a:lnTo>
                  <a:lnTo>
                    <a:pt x="5132" y="4713"/>
                  </a:lnTo>
                  <a:lnTo>
                    <a:pt x="5225" y="4246"/>
                  </a:lnTo>
                  <a:lnTo>
                    <a:pt x="5272" y="3920"/>
                  </a:lnTo>
                  <a:lnTo>
                    <a:pt x="5225" y="3780"/>
                  </a:lnTo>
                  <a:lnTo>
                    <a:pt x="5132" y="3640"/>
                  </a:lnTo>
                  <a:lnTo>
                    <a:pt x="5039" y="3546"/>
                  </a:lnTo>
                  <a:lnTo>
                    <a:pt x="4525" y="3546"/>
                  </a:lnTo>
                  <a:lnTo>
                    <a:pt x="4105" y="3640"/>
                  </a:lnTo>
                  <a:lnTo>
                    <a:pt x="3826" y="3733"/>
                  </a:lnTo>
                  <a:lnTo>
                    <a:pt x="3592" y="3826"/>
                  </a:lnTo>
                  <a:lnTo>
                    <a:pt x="3359" y="3966"/>
                  </a:lnTo>
                  <a:lnTo>
                    <a:pt x="3172" y="4153"/>
                  </a:lnTo>
                  <a:lnTo>
                    <a:pt x="3032" y="4293"/>
                  </a:lnTo>
                  <a:lnTo>
                    <a:pt x="3032" y="3313"/>
                  </a:lnTo>
                  <a:lnTo>
                    <a:pt x="3266" y="3033"/>
                  </a:lnTo>
                  <a:lnTo>
                    <a:pt x="3452" y="2660"/>
                  </a:lnTo>
                  <a:lnTo>
                    <a:pt x="3639" y="2240"/>
                  </a:lnTo>
                  <a:lnTo>
                    <a:pt x="3686" y="2007"/>
                  </a:lnTo>
                  <a:lnTo>
                    <a:pt x="3686" y="1774"/>
                  </a:lnTo>
                  <a:lnTo>
                    <a:pt x="3686" y="1494"/>
                  </a:lnTo>
                  <a:lnTo>
                    <a:pt x="3592" y="1214"/>
                  </a:lnTo>
                  <a:lnTo>
                    <a:pt x="3499" y="981"/>
                  </a:lnTo>
                  <a:lnTo>
                    <a:pt x="3406" y="747"/>
                  </a:lnTo>
                  <a:lnTo>
                    <a:pt x="3126" y="374"/>
                  </a:lnTo>
                  <a:lnTo>
                    <a:pt x="2939" y="94"/>
                  </a:lnTo>
                  <a:lnTo>
                    <a:pt x="2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33"/>
            <p:cNvSpPr/>
            <p:nvPr/>
          </p:nvSpPr>
          <p:spPr>
            <a:xfrm>
              <a:off x="1747350" y="2224175"/>
              <a:ext cx="100325" cy="38500"/>
            </a:xfrm>
            <a:custGeom>
              <a:avLst/>
              <a:gdLst/>
              <a:ahLst/>
              <a:cxnLst/>
              <a:rect l="l" t="t" r="r" b="b"/>
              <a:pathLst>
                <a:path w="4013" h="1540" extrusionOk="0">
                  <a:moveTo>
                    <a:pt x="653" y="0"/>
                  </a:moveTo>
                  <a:lnTo>
                    <a:pt x="513" y="47"/>
                  </a:lnTo>
                  <a:lnTo>
                    <a:pt x="373" y="93"/>
                  </a:lnTo>
                  <a:lnTo>
                    <a:pt x="233" y="187"/>
                  </a:lnTo>
                  <a:lnTo>
                    <a:pt x="140" y="327"/>
                  </a:lnTo>
                  <a:lnTo>
                    <a:pt x="93" y="467"/>
                  </a:lnTo>
                  <a:lnTo>
                    <a:pt x="47" y="607"/>
                  </a:lnTo>
                  <a:lnTo>
                    <a:pt x="0" y="746"/>
                  </a:lnTo>
                  <a:lnTo>
                    <a:pt x="47" y="933"/>
                  </a:lnTo>
                  <a:lnTo>
                    <a:pt x="93" y="1073"/>
                  </a:lnTo>
                  <a:lnTo>
                    <a:pt x="140" y="1213"/>
                  </a:lnTo>
                  <a:lnTo>
                    <a:pt x="233" y="1306"/>
                  </a:lnTo>
                  <a:lnTo>
                    <a:pt x="373" y="1400"/>
                  </a:lnTo>
                  <a:lnTo>
                    <a:pt x="513" y="1493"/>
                  </a:lnTo>
                  <a:lnTo>
                    <a:pt x="653" y="1540"/>
                  </a:lnTo>
                  <a:lnTo>
                    <a:pt x="4012" y="1540"/>
                  </a:lnTo>
                  <a:lnTo>
                    <a:pt x="401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1134140" y="1176670"/>
            <a:ext cx="6918251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 Performance by Product – Bar chart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Revenue Trend over time – Line chart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Sales Distribution – Map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Health – Treemap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 channel Breakdown – Donut chart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KPIs – Approx. Total Revenue, Average selling price, Minimum Stock Threshold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Filter – Sales channel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8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77433" y="1226288"/>
            <a:ext cx="64858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Total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of approximately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1.68 billion INR</a:t>
            </a: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Curd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Lassi, and Butter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the top revenue-generating products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Amul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Mother Dairy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the leading brands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Uttar Pradesh and Bihar </a:t>
            </a: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highest-performing regions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Sales 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balanced across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retail, wholesale, and online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channels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21.16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of inventory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below minimum stock levels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9"/>
          <p:cNvSpPr txBox="1">
            <a:spLocks noGrp="1"/>
          </p:cNvSpPr>
          <p:nvPr>
            <p:ph type="title"/>
          </p:nvPr>
        </p:nvSpPr>
        <p:spPr>
          <a:xfrm>
            <a:off x="720000" y="467361"/>
            <a:ext cx="7704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SUGGESTIONS</a:t>
            </a:r>
            <a:endParaRPr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20000" y="1386114"/>
            <a:ext cx="7704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Sales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Profitability Analysis: Identify top-performing brands and products by region to better tailor marketing and sales efforts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Shelf-Life &amp; Wastage Audit: Use production and expiration dates to implement "First-Expired-First-Out" (FEFO) strategies or dynamic discounting to minimize spoilage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Optimization: Compare current stock against minimum thresholds to prevent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stock outs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reduce the holding costs of overstocked items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0"/>
          <p:cNvSpPr txBox="1">
            <a:spLocks noGrp="1"/>
          </p:cNvSpPr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81314" y="1211943"/>
            <a:ext cx="6843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www.kaggle.com/datasets/shrutithakur13/dairy-sales-and-inventory-data</a:t>
            </a:r>
            <a:endParaRPr lang="en-IN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09284" y="1786270"/>
            <a:ext cx="43522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12980"/>
      </p:ext>
    </p:extLst>
  </p:cSld>
  <p:clrMapOvr>
    <a:masterClrMapping/>
  </p:clrMapOvr>
</p:sld>
</file>

<file path=ppt/theme/theme1.xml><?xml version="1.0" encoding="utf-8"?>
<a:theme xmlns:a="http://schemas.openxmlformats.org/drawingml/2006/main" name="Sustainable Cattle Farm Pitch Deck by Slidesgo">
  <a:themeElements>
    <a:clrScheme name="Simple Light">
      <a:dk1>
        <a:srgbClr val="4C5C2F"/>
      </a:dk1>
      <a:lt1>
        <a:srgbClr val="272727"/>
      </a:lt1>
      <a:dk2>
        <a:srgbClr val="FFFFFF"/>
      </a:dk2>
      <a:lt2>
        <a:srgbClr val="637543"/>
      </a:lt2>
      <a:accent1>
        <a:srgbClr val="CBDDAB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7272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</TotalTime>
  <Words>510</Words>
  <Application>Microsoft Office PowerPoint</Application>
  <PresentationFormat>On-screen Show (16:9)</PresentationFormat>
  <Paragraphs>71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Anton</vt:lpstr>
      <vt:lpstr>Loved by the King</vt:lpstr>
      <vt:lpstr>Arial</vt:lpstr>
      <vt:lpstr>Nunito Light</vt:lpstr>
      <vt:lpstr>DM Sans</vt:lpstr>
      <vt:lpstr>Wingdings</vt:lpstr>
      <vt:lpstr>Times New Roman</vt:lpstr>
      <vt:lpstr>Roboto Condensed Light</vt:lpstr>
      <vt:lpstr>Arima Madurai</vt:lpstr>
      <vt:lpstr>Mulish SemiBold</vt:lpstr>
      <vt:lpstr>Sustainable Cattle Farm Pitch Deck by Slidesgo</vt:lpstr>
      <vt:lpstr>COUNTRY DELIGHT DAIRY SALES AND INVENTORY PERFORMANCE</vt:lpstr>
      <vt:lpstr>INTRODUCTION</vt:lpstr>
      <vt:lpstr>OBJECTIVES</vt:lpstr>
      <vt:lpstr>2</vt:lpstr>
      <vt:lpstr>DATASET STRUCTURE</vt:lpstr>
      <vt:lpstr>PowerPoint Presentation</vt:lpstr>
      <vt:lpstr>DASHBOARD</vt:lpstr>
      <vt:lpstr>CRITERIAS USED</vt:lpstr>
      <vt:lpstr>CONCLUSION</vt:lpstr>
      <vt:lpstr>SUGGESTIONS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COUNTRY DELIGHT DAIRY SALES AND INVENTORY</dc:title>
  <dc:creator>pc</dc:creator>
  <cp:lastModifiedBy>pc</cp:lastModifiedBy>
  <cp:revision>34</cp:revision>
  <dcterms:modified xsi:type="dcterms:W3CDTF">2026-01-23T18:23:40Z</dcterms:modified>
</cp:coreProperties>
</file>